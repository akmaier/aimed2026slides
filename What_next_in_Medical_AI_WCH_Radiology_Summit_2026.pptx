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gi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gi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gi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60632"/>
            <a:ext cx="4923072" cy="491851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3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60632"/>
            <a:ext cx="4923072" cy="49185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60153"/>
            <a:ext cx="4923072" cy="491900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