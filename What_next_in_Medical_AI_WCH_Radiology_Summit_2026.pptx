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g_08_02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002" y="1560632"/>
            <a:ext cx="4923072" cy="491851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g_08_03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002" y="1560632"/>
            <a:ext cx="4923072" cy="491851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g_08_04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002" y="1560153"/>
            <a:ext cx="4923072" cy="4919003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