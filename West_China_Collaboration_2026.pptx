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gif"/><Relationship Id="rId4" Type="http://schemas.openxmlformats.org/officeDocument/2006/relationships/image" Target="../media/image14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otion_ecg_gated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000" y="1835999"/>
            <a:ext cx="3888000" cy="3888000"/>
          </a:xfrm>
          <a:prstGeom prst="rect">
            <a:avLst/>
          </a:prstGeom>
        </p:spPr>
      </p:pic>
      <p:pic>
        <p:nvPicPr>
          <p:cNvPr id="4" name="Picture 3" descr="motion_compensat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200" y="1835999"/>
            <a:ext cx="3888000" cy="388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