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4"/>
  </p:sldMasterIdLst>
  <p:notesMasterIdLst>
    <p:notesMasterId r:id="rId26"/>
  </p:notesMasterIdLst>
  <p:handoutMasterIdLst>
    <p:handoutMasterId r:id="rId27"/>
  </p:handoutMasterIdLst>
  <p:sldIdLst>
    <p:sldId id="386" r:id="rId5"/>
    <p:sldId id="257" r:id="rId6"/>
    <p:sldId id="1848" r:id="rId7"/>
    <p:sldId id="1854" r:id="rId32"/>
    <p:sldId id="1849" r:id="rId8"/>
    <p:sldId id="1855" r:id="rId33"/>
    <p:sldId id="262" r:id="rId9"/>
    <p:sldId id="1836" r:id="rId10"/>
    <p:sldId id="263" r:id="rId11"/>
    <p:sldId id="264" r:id="rId12"/>
    <p:sldId id="439" r:id="rId13"/>
    <p:sldId id="1833" r:id="rId14"/>
    <p:sldId id="413" r:id="rId15"/>
    <p:sldId id="1851" r:id="rId16"/>
    <p:sldId id="291" r:id="rId17"/>
    <p:sldId id="1852" r:id="rId18"/>
    <p:sldId id="297" r:id="rId19"/>
    <p:sldId id="300" r:id="rId20"/>
    <p:sldId id="1853" r:id="rId21"/>
    <p:sldId id="1839" r:id="rId22"/>
    <p:sldId id="1850" r:id="rId23"/>
    <p:sldId id="333" r:id="rId24"/>
    <p:sldId id="301" r:id="rId2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1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/>
    <p:restoredTop sz="94658"/>
  </p:normalViewPr>
  <p:slideViewPr>
    <p:cSldViewPr snapToGrid="0">
      <p:cViewPr varScale="1">
        <p:scale>
          <a:sx n="120" d="100"/>
          <a:sy n="120" d="100"/>
        </p:scale>
        <p:origin x="7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notesMaster" Target="notesMasters/notesMaster1.xml"/><Relationship Id="rId27" Type="http://schemas.openxmlformats.org/officeDocument/2006/relationships/handoutMaster" Target="handoutMasters/handout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22.xml"/><Relationship Id="rId33" Type="http://schemas.openxmlformats.org/officeDocument/2006/relationships/slide" Target="slides/slide2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02C9555C-46DE-4406-8ABE-45349F5208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4F3B590-57A4-4D61-9607-3C2EA36AB1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8CE87A-16FF-4C7D-8292-0CB980715C8B}" type="datetimeFigureOut">
              <a:rPr lang="de-DE" smtClean="0"/>
              <a:t>14.10.26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C6DC5A1-1CCC-484A-AB24-DCA2F05D59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4041CFA-48F6-4759-86C7-790FC637E9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2F6222-CCA6-4FA7-88E0-B7BAE53645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18328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ECA62E-2216-4960-A875-4D2633F4A404}" type="datetimeFigureOut">
              <a:rPr lang="de-DE" smtClean="0"/>
              <a:t>14.10.26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F93703-73BA-47D5-8B02-C172375928D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3314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13A14-B9C0-2C1F-224E-E5F9BD3F25BF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6216121" name="Slide Image Placeholder 1">
            <a:extLst>
              <a:ext uri="{FF2B5EF4-FFF2-40B4-BE49-F238E27FC236}">
                <a16:creationId xmlns:a16="http://schemas.microsoft.com/office/drawing/2014/main" id="{191D5A68-AC2B-F28D-0EE7-B4D937B623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937193852" name="Notes Placeholder 2">
            <a:extLst>
              <a:ext uri="{FF2B5EF4-FFF2-40B4-BE49-F238E27FC236}">
                <a16:creationId xmlns:a16="http://schemas.microsoft.com/office/drawing/2014/main" id="{CC0DBD8F-787D-F057-61F0-F8C1EE819DF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3196806" name="Slide Number Placeholder 3">
            <a:extLst>
              <a:ext uri="{FF2B5EF4-FFF2-40B4-BE49-F238E27FC236}">
                <a16:creationId xmlns:a16="http://schemas.microsoft.com/office/drawing/2014/main" id="{E8437BF0-1F05-D3F2-A9E2-9B12EA2DE7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BEE92D-4704-2873-F60D-1EAC6CBA39B9}" type="slidenum">
              <a:rPr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010252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780101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070906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09502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1C4A03-2192-849F-CD43-95354701B4AC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544355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6766510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75882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DF80D5-536C-E7AB-6AE6-13D61268FC27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675490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0174426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31897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512BABF-1479-9E9A-DF4A-AA28B1A8041F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6C092B-27FC-55B4-4C3F-765FF64ABA90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7.emf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bil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platzhalter 167">
            <a:extLst>
              <a:ext uri="{FF2B5EF4-FFF2-40B4-BE49-F238E27FC236}">
                <a16:creationId xmlns:a16="http://schemas.microsoft.com/office/drawing/2014/main" id="{91CA67B1-C872-42F5-99A5-C31B319F69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/>
              <a:t> </a:t>
            </a:r>
          </a:p>
        </p:txBody>
      </p:sp>
      <p:sp>
        <p:nvSpPr>
          <p:cNvPr id="165" name="Bildplatzhalter 60">
            <a:extLst>
              <a:ext uri="{FF2B5EF4-FFF2-40B4-BE49-F238E27FC236}">
                <a16:creationId xmlns:a16="http://schemas.microsoft.com/office/drawing/2014/main" id="{F018B551-27B5-4B00-BF39-7527999917A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C1DC1BF-B7B9-4143-AFEB-7D1D6C73E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163" y="2913731"/>
            <a:ext cx="4979505" cy="1030539"/>
          </a:xfrm>
        </p:spPr>
        <p:txBody>
          <a:bodyPr wrap="none" tIns="0" rIns="0"/>
          <a:lstStyle>
            <a:lvl1pPr algn="l">
              <a:lnSpc>
                <a:spcPct val="11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de-DE"/>
              <a:t>Willkommen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929994FB-5DBF-40C3-99B7-BCB45F80FCBA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DB0B422D-422E-4796-8EA3-E0C93BC35646}"/>
              </a:ext>
            </a:extLst>
          </p:cNvPr>
          <p:cNvSpPr/>
          <p:nvPr/>
        </p:nvSpPr>
        <p:spPr>
          <a:xfrm>
            <a:off x="529969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A67BB0E1-5E7F-46E5-9D87-74249FA80151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8" name="Gerader Verbinder 57">
              <a:extLst>
                <a:ext uri="{FF2B5EF4-FFF2-40B4-BE49-F238E27FC236}">
                  <a16:creationId xmlns:a16="http://schemas.microsoft.com/office/drawing/2014/main" id="{735EC3F0-D52F-43D8-9D20-FC4F70B1922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D73E6E84-A759-4118-9971-2B614D3FE504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F1FCC803-A93B-423F-B835-B52876B2721B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94D29247-DB20-40F1-888F-155F9E5ABC8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5E32A3F3-E989-43F3-A16F-94173C632533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44D22F83-A0F5-4FE2-9D6C-012542F7E2B8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A2BC1BF-6FE4-4475-BE69-6D37CBD516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88D7DDBE-C865-4F05-B6F5-3E2BBB15FDA7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5BF365C6-4DF1-469F-A081-5BB98147233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A1C573-E95F-4CC5-A4BE-0E74960DBC2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02A35681-195F-407A-BB6C-7E3B4E241132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BF6DC0B3-1B79-4824-B73B-DC9B7AA77A08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439D9EA3-D6F8-4D8A-8C91-B7BCDD4883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EF8776E0-353D-4DBE-918C-2BE4D9ED22C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EB1A981A-C15F-48BC-856D-45BFDE402164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CA1B7D91-52B4-4C4E-9872-DAE627C5BDA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DD5301F3-CDC0-4F62-A7F3-64DF1FAFB6C3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C5363AC9-A7FE-4ED9-A4AE-BF1F41479440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A5C058E5-1B77-4F37-8A90-6C2DB0C9F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3F3FD432-7B0C-441D-887D-260F088129D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11D3348D-CD05-48E5-89ED-528A62DA8118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8C904B9B-CFB8-4878-BE89-64B7783A68C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C15810B6-1DFF-43DE-849F-E24988A1AC2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FDE3FDD-B76C-49E7-81B4-7302EAE01430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CC2966EC-F4C0-41FC-88ED-2E5F725EA0B2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92230FDE-430C-429C-A396-DFCEF2CE147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4" name="Gerader Verbinder 83">
            <a:extLst>
              <a:ext uri="{FF2B5EF4-FFF2-40B4-BE49-F238E27FC236}">
                <a16:creationId xmlns:a16="http://schemas.microsoft.com/office/drawing/2014/main" id="{53056242-C21F-4347-8E6E-305C959935E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A954A2AB-7A1B-4F20-8556-0C283B584BE2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6" name="Gerader Verbinder 85">
              <a:extLst>
                <a:ext uri="{FF2B5EF4-FFF2-40B4-BE49-F238E27FC236}">
                  <a16:creationId xmlns:a16="http://schemas.microsoft.com/office/drawing/2014/main" id="{C31D32E9-A207-4C49-AAE0-5A541EE5B5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feld 86">
              <a:extLst>
                <a:ext uri="{FF2B5EF4-FFF2-40B4-BE49-F238E27FC236}">
                  <a16:creationId xmlns:a16="http://schemas.microsoft.com/office/drawing/2014/main" id="{0027A521-04C3-4807-A55B-38087BBBA70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139" name="Grafik 3">
            <a:extLst>
              <a:ext uri="{FF2B5EF4-FFF2-40B4-BE49-F238E27FC236}">
                <a16:creationId xmlns:a16="http://schemas.microsoft.com/office/drawing/2014/main" id="{3B98EDFF-F45C-45BF-AC94-A3A356851F18}"/>
              </a:ext>
            </a:extLst>
          </p:cNvPr>
          <p:cNvGrpSpPr/>
          <p:nvPr userDrawn="1"/>
        </p:nvGrpSpPr>
        <p:grpSpPr>
          <a:xfrm>
            <a:off x="2344120" y="293688"/>
            <a:ext cx="2594512" cy="327278"/>
            <a:chOff x="2242184" y="2525076"/>
            <a:chExt cx="7709534" cy="972502"/>
          </a:xfrm>
          <a:solidFill>
            <a:schemeClr val="tx1"/>
          </a:solidFill>
        </p:grpSpPr>
        <p:sp>
          <p:nvSpPr>
            <p:cNvPr id="140" name="Freihandform: Form 139">
              <a:extLst>
                <a:ext uri="{FF2B5EF4-FFF2-40B4-BE49-F238E27FC236}">
                  <a16:creationId xmlns:a16="http://schemas.microsoft.com/office/drawing/2014/main" id="{437E43AF-FE61-4974-AF5C-89AC3C8150FD}"/>
                </a:ext>
              </a:extLst>
            </p:cNvPr>
            <p:cNvSpPr/>
            <p:nvPr/>
          </p:nvSpPr>
          <p:spPr>
            <a:xfrm>
              <a:off x="2269806" y="2545079"/>
              <a:ext cx="232409" cy="369569"/>
            </a:xfrm>
            <a:custGeom>
              <a:avLst/>
              <a:gdLst>
                <a:gd name="connsiteX0" fmla="*/ 232410 w 232409"/>
                <a:gd name="connsiteY0" fmla="*/ 60960 h 369569"/>
                <a:gd name="connsiteX1" fmla="*/ 65723 w 232409"/>
                <a:gd name="connsiteY1" fmla="*/ 60960 h 369569"/>
                <a:gd name="connsiteX2" fmla="*/ 65723 w 232409"/>
                <a:gd name="connsiteY2" fmla="*/ 152400 h 369569"/>
                <a:gd name="connsiteX3" fmla="*/ 189547 w 232409"/>
                <a:gd name="connsiteY3" fmla="*/ 152400 h 369569"/>
                <a:gd name="connsiteX4" fmla="*/ 189547 w 232409"/>
                <a:gd name="connsiteY4" fmla="*/ 212408 h 369569"/>
                <a:gd name="connsiteX5" fmla="*/ 65723 w 232409"/>
                <a:gd name="connsiteY5" fmla="*/ 212408 h 369569"/>
                <a:gd name="connsiteX6" fmla="*/ 65723 w 232409"/>
                <a:gd name="connsiteY6" fmla="*/ 369570 h 369569"/>
                <a:gd name="connsiteX7" fmla="*/ 0 w 232409"/>
                <a:gd name="connsiteY7" fmla="*/ 369570 h 369569"/>
                <a:gd name="connsiteX8" fmla="*/ 0 w 232409"/>
                <a:gd name="connsiteY8" fmla="*/ 0 h 369569"/>
                <a:gd name="connsiteX9" fmla="*/ 231458 w 232409"/>
                <a:gd name="connsiteY9" fmla="*/ 0 h 369569"/>
                <a:gd name="connsiteX10" fmla="*/ 231458 w 232409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09" h="369569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1" name="Freihandform: Form 140">
              <a:extLst>
                <a:ext uri="{FF2B5EF4-FFF2-40B4-BE49-F238E27FC236}">
                  <a16:creationId xmlns:a16="http://schemas.microsoft.com/office/drawing/2014/main" id="{B5C643AC-A2D8-483C-9099-467ED404B78A}"/>
                </a:ext>
              </a:extLst>
            </p:cNvPr>
            <p:cNvSpPr/>
            <p:nvPr/>
          </p:nvSpPr>
          <p:spPr>
            <a:xfrm>
              <a:off x="2538412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2" name="Freihandform: Form 141">
              <a:extLst>
                <a:ext uri="{FF2B5EF4-FFF2-40B4-BE49-F238E27FC236}">
                  <a16:creationId xmlns:a16="http://schemas.microsoft.com/office/drawing/2014/main" id="{DC1A9518-9882-4BEE-9042-98771FD22461}"/>
                </a:ext>
              </a:extLst>
            </p:cNvPr>
            <p:cNvSpPr/>
            <p:nvPr/>
          </p:nvSpPr>
          <p:spPr>
            <a:xfrm>
              <a:off x="2743199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3" name="Freihandform: Form 142">
              <a:extLst>
                <a:ext uri="{FF2B5EF4-FFF2-40B4-BE49-F238E27FC236}">
                  <a16:creationId xmlns:a16="http://schemas.microsoft.com/office/drawing/2014/main" id="{CB6A9836-D16F-4BD4-B96F-43DCD4A1ADD1}"/>
                </a:ext>
              </a:extLst>
            </p:cNvPr>
            <p:cNvSpPr/>
            <p:nvPr/>
          </p:nvSpPr>
          <p:spPr>
            <a:xfrm>
              <a:off x="2879407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4" name="Freihandform: Form 143">
              <a:extLst>
                <a:ext uri="{FF2B5EF4-FFF2-40B4-BE49-F238E27FC236}">
                  <a16:creationId xmlns:a16="http://schemas.microsoft.com/office/drawing/2014/main" id="{ABBE1A7C-C42E-43DA-AC68-19B53213BFEA}"/>
                </a:ext>
              </a:extLst>
            </p:cNvPr>
            <p:cNvSpPr/>
            <p:nvPr/>
          </p:nvSpPr>
          <p:spPr>
            <a:xfrm>
              <a:off x="317753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2 w 248602"/>
                <a:gd name="connsiteY5" fmla="*/ 0 h 396239"/>
                <a:gd name="connsiteX6" fmla="*/ 248602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0960 w 248602"/>
                <a:gd name="connsiteY12" fmla="*/ 255270 h 396239"/>
                <a:gd name="connsiteX13" fmla="*/ 122872 w 248602"/>
                <a:gd name="connsiteY13" fmla="*/ 340995 h 396239"/>
                <a:gd name="connsiteX14" fmla="*/ 186690 w 248602"/>
                <a:gd name="connsiteY14" fmla="*/ 305753 h 396239"/>
                <a:gd name="connsiteX15" fmla="*/ 186690 w 248602"/>
                <a:gd name="connsiteY15" fmla="*/ 207645 h 396239"/>
                <a:gd name="connsiteX16" fmla="*/ 122872 w 248602"/>
                <a:gd name="connsiteY16" fmla="*/ 172402 h 396239"/>
                <a:gd name="connsiteX17" fmla="*/ 60960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5" name="Freihandform: Form 144">
              <a:extLst>
                <a:ext uri="{FF2B5EF4-FFF2-40B4-BE49-F238E27FC236}">
                  <a16:creationId xmlns:a16="http://schemas.microsoft.com/office/drawing/2014/main" id="{36C1CDBB-E0C9-4C76-AEE4-24D676B22582}"/>
                </a:ext>
              </a:extLst>
            </p:cNvPr>
            <p:cNvSpPr/>
            <p:nvPr/>
          </p:nvSpPr>
          <p:spPr>
            <a:xfrm>
              <a:off x="3509009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6" name="Freihandform: Form 145">
              <a:extLst>
                <a:ext uri="{FF2B5EF4-FFF2-40B4-BE49-F238E27FC236}">
                  <a16:creationId xmlns:a16="http://schemas.microsoft.com/office/drawing/2014/main" id="{867D40B8-3DC0-48CD-8C10-83ACD74CC070}"/>
                </a:ext>
              </a:extLst>
            </p:cNvPr>
            <p:cNvSpPr/>
            <p:nvPr/>
          </p:nvSpPr>
          <p:spPr>
            <a:xfrm>
              <a:off x="3712844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1438 w 79057"/>
                <a:gd name="connsiteY5" fmla="*/ 384810 h 384810"/>
                <a:gd name="connsiteX6" fmla="*/ 9525 w 79057"/>
                <a:gd name="connsiteY6" fmla="*/ 384810 h 384810"/>
                <a:gd name="connsiteX7" fmla="*/ 9525 w 79057"/>
                <a:gd name="connsiteY7" fmla="*/ 118110 h 384810"/>
                <a:gd name="connsiteX8" fmla="*/ 71438 w 79057"/>
                <a:gd name="connsiteY8" fmla="*/ 118110 h 384810"/>
                <a:gd name="connsiteX9" fmla="*/ 71438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7" name="Freihandform: Form 146">
              <a:extLst>
                <a:ext uri="{FF2B5EF4-FFF2-40B4-BE49-F238E27FC236}">
                  <a16:creationId xmlns:a16="http://schemas.microsoft.com/office/drawing/2014/main" id="{5E72B66D-AA60-4159-88C6-253B8BCA5544}"/>
                </a:ext>
              </a:extLst>
            </p:cNvPr>
            <p:cNvSpPr/>
            <p:nvPr/>
          </p:nvSpPr>
          <p:spPr>
            <a:xfrm>
              <a:off x="3850957" y="2640329"/>
              <a:ext cx="224789" cy="280034"/>
            </a:xfrm>
            <a:custGeom>
              <a:avLst/>
              <a:gdLst>
                <a:gd name="connsiteX0" fmla="*/ 222885 w 224789"/>
                <a:gd name="connsiteY0" fmla="*/ 237172 h 280034"/>
                <a:gd name="connsiteX1" fmla="*/ 127635 w 224789"/>
                <a:gd name="connsiteY1" fmla="*/ 280035 h 280034"/>
                <a:gd name="connsiteX2" fmla="*/ 0 w 224789"/>
                <a:gd name="connsiteY2" fmla="*/ 140970 h 280034"/>
                <a:gd name="connsiteX3" fmla="*/ 128588 w 224789"/>
                <a:gd name="connsiteY3" fmla="*/ 0 h 280034"/>
                <a:gd name="connsiteX4" fmla="*/ 224790 w 224789"/>
                <a:gd name="connsiteY4" fmla="*/ 45720 h 280034"/>
                <a:gd name="connsiteX5" fmla="*/ 181927 w 224789"/>
                <a:gd name="connsiteY5" fmla="*/ 86678 h 280034"/>
                <a:gd name="connsiteX6" fmla="*/ 128588 w 224789"/>
                <a:gd name="connsiteY6" fmla="*/ 57150 h 280034"/>
                <a:gd name="connsiteX7" fmla="*/ 62865 w 224789"/>
                <a:gd name="connsiteY7" fmla="*/ 140018 h 280034"/>
                <a:gd name="connsiteX8" fmla="*/ 128588 w 224789"/>
                <a:gd name="connsiteY8" fmla="*/ 222885 h 280034"/>
                <a:gd name="connsiteX9" fmla="*/ 183833 w 224789"/>
                <a:gd name="connsiteY9" fmla="*/ 193358 h 280034"/>
                <a:gd name="connsiteX10" fmla="*/ 222885 w 224789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8" name="Freihandform: Form 147">
              <a:extLst>
                <a:ext uri="{FF2B5EF4-FFF2-40B4-BE49-F238E27FC236}">
                  <a16:creationId xmlns:a16="http://schemas.microsoft.com/office/drawing/2014/main" id="{F4BEF0C1-E2DD-43FB-8B64-132092CB0783}"/>
                </a:ext>
              </a:extLst>
            </p:cNvPr>
            <p:cNvSpPr/>
            <p:nvPr/>
          </p:nvSpPr>
          <p:spPr>
            <a:xfrm>
              <a:off x="4129087" y="2525076"/>
              <a:ext cx="229552" cy="389572"/>
            </a:xfrm>
            <a:custGeom>
              <a:avLst/>
              <a:gdLst>
                <a:gd name="connsiteX0" fmla="*/ 229553 w 229552"/>
                <a:gd name="connsiteY0" fmla="*/ 388620 h 389572"/>
                <a:gd name="connsiteX1" fmla="*/ 167640 w 229552"/>
                <a:gd name="connsiteY1" fmla="*/ 388620 h 389572"/>
                <a:gd name="connsiteX2" fmla="*/ 167640 w 229552"/>
                <a:gd name="connsiteY2" fmla="*/ 236220 h 389572"/>
                <a:gd name="connsiteX3" fmla="*/ 118110 w 229552"/>
                <a:gd name="connsiteY3" fmla="*/ 171450 h 389572"/>
                <a:gd name="connsiteX4" fmla="*/ 62865 w 229552"/>
                <a:gd name="connsiteY4" fmla="*/ 236220 h 389572"/>
                <a:gd name="connsiteX5" fmla="*/ 62865 w 229552"/>
                <a:gd name="connsiteY5" fmla="*/ 389573 h 389572"/>
                <a:gd name="connsiteX6" fmla="*/ 0 w 229552"/>
                <a:gd name="connsiteY6" fmla="*/ 389573 h 389572"/>
                <a:gd name="connsiteX7" fmla="*/ 0 w 229552"/>
                <a:gd name="connsiteY7" fmla="*/ 15240 h 389572"/>
                <a:gd name="connsiteX8" fmla="*/ 61913 w 229552"/>
                <a:gd name="connsiteY8" fmla="*/ 0 h 389572"/>
                <a:gd name="connsiteX9" fmla="*/ 61913 w 229552"/>
                <a:gd name="connsiteY9" fmla="*/ 155258 h 389572"/>
                <a:gd name="connsiteX10" fmla="*/ 62865 w 229552"/>
                <a:gd name="connsiteY10" fmla="*/ 155258 h 389572"/>
                <a:gd name="connsiteX11" fmla="*/ 140970 w 229552"/>
                <a:gd name="connsiteY11" fmla="*/ 116205 h 389572"/>
                <a:gd name="connsiteX12" fmla="*/ 228600 w 229552"/>
                <a:gd name="connsiteY12" fmla="*/ 223838 h 389572"/>
                <a:gd name="connsiteX13" fmla="*/ 228600 w 229552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389572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9" name="Freihandform: Form 148">
              <a:extLst>
                <a:ext uri="{FF2B5EF4-FFF2-40B4-BE49-F238E27FC236}">
                  <a16:creationId xmlns:a16="http://schemas.microsoft.com/office/drawing/2014/main" id="{7943A356-FF21-4F42-A98E-DC40CF938137}"/>
                </a:ext>
              </a:extLst>
            </p:cNvPr>
            <p:cNvSpPr/>
            <p:nvPr/>
          </p:nvSpPr>
          <p:spPr>
            <a:xfrm>
              <a:off x="4430077" y="2721291"/>
              <a:ext cx="130492" cy="59055"/>
            </a:xfrm>
            <a:custGeom>
              <a:avLst/>
              <a:gdLst>
                <a:gd name="connsiteX0" fmla="*/ 130492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2 w 130492"/>
                <a:gd name="connsiteY3" fmla="*/ 0 h 59055"/>
                <a:gd name="connsiteX4" fmla="*/ 130492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0" name="Freihandform: Form 149">
              <a:extLst>
                <a:ext uri="{FF2B5EF4-FFF2-40B4-BE49-F238E27FC236}">
                  <a16:creationId xmlns:a16="http://schemas.microsoft.com/office/drawing/2014/main" id="{5414F293-7400-4F17-8C14-513181D5C558}"/>
                </a:ext>
              </a:extLst>
            </p:cNvPr>
            <p:cNvSpPr/>
            <p:nvPr/>
          </p:nvSpPr>
          <p:spPr>
            <a:xfrm>
              <a:off x="4593906" y="2545079"/>
              <a:ext cx="342900" cy="368617"/>
            </a:xfrm>
            <a:custGeom>
              <a:avLst/>
              <a:gdLst>
                <a:gd name="connsiteX0" fmla="*/ 136208 w 342900"/>
                <a:gd name="connsiteY0" fmla="*/ 0 h 368617"/>
                <a:gd name="connsiteX1" fmla="*/ 205740 w 342900"/>
                <a:gd name="connsiteY1" fmla="*/ 0 h 368617"/>
                <a:gd name="connsiteX2" fmla="*/ 342900 w 342900"/>
                <a:gd name="connsiteY2" fmla="*/ 368618 h 368617"/>
                <a:gd name="connsiteX3" fmla="*/ 271463 w 342900"/>
                <a:gd name="connsiteY3" fmla="*/ 368618 h 368617"/>
                <a:gd name="connsiteX4" fmla="*/ 244793 w 342900"/>
                <a:gd name="connsiteY4" fmla="*/ 290512 h 368617"/>
                <a:gd name="connsiteX5" fmla="*/ 96203 w 342900"/>
                <a:gd name="connsiteY5" fmla="*/ 290512 h 368617"/>
                <a:gd name="connsiteX6" fmla="*/ 69533 w 342900"/>
                <a:gd name="connsiteY6" fmla="*/ 368618 h 368617"/>
                <a:gd name="connsiteX7" fmla="*/ 0 w 342900"/>
                <a:gd name="connsiteY7" fmla="*/ 368618 h 368617"/>
                <a:gd name="connsiteX8" fmla="*/ 136208 w 342900"/>
                <a:gd name="connsiteY8" fmla="*/ 0 h 368617"/>
                <a:gd name="connsiteX9" fmla="*/ 116205 w 342900"/>
                <a:gd name="connsiteY9" fmla="*/ 231458 h 368617"/>
                <a:gd name="connsiteX10" fmla="*/ 223838 w 342900"/>
                <a:gd name="connsiteY10" fmla="*/ 231458 h 368617"/>
                <a:gd name="connsiteX11" fmla="*/ 170498 w 342900"/>
                <a:gd name="connsiteY11" fmla="*/ 75247 h 368617"/>
                <a:gd name="connsiteX12" fmla="*/ 169545 w 342900"/>
                <a:gd name="connsiteY12" fmla="*/ 75247 h 368617"/>
                <a:gd name="connsiteX13" fmla="*/ 116205 w 342900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900" h="368617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1" name="Freihandform: Form 150">
              <a:extLst>
                <a:ext uri="{FF2B5EF4-FFF2-40B4-BE49-F238E27FC236}">
                  <a16:creationId xmlns:a16="http://schemas.microsoft.com/office/drawing/2014/main" id="{DF9046FE-F7DE-4669-A7FF-9C4BB6220EF1}"/>
                </a:ext>
              </a:extLst>
            </p:cNvPr>
            <p:cNvSpPr/>
            <p:nvPr/>
          </p:nvSpPr>
          <p:spPr>
            <a:xfrm>
              <a:off x="4992052" y="2525076"/>
              <a:ext cx="61912" cy="388620"/>
            </a:xfrm>
            <a:custGeom>
              <a:avLst/>
              <a:gdLst>
                <a:gd name="connsiteX0" fmla="*/ 61913 w 61912"/>
                <a:gd name="connsiteY0" fmla="*/ 388620 h 388620"/>
                <a:gd name="connsiteX1" fmla="*/ 0 w 61912"/>
                <a:gd name="connsiteY1" fmla="*/ 388620 h 388620"/>
                <a:gd name="connsiteX2" fmla="*/ 0 w 61912"/>
                <a:gd name="connsiteY2" fmla="*/ 14288 h 388620"/>
                <a:gd name="connsiteX3" fmla="*/ 61913 w 61912"/>
                <a:gd name="connsiteY3" fmla="*/ 0 h 388620"/>
                <a:gd name="connsiteX4" fmla="*/ 61913 w 61912"/>
                <a:gd name="connsiteY4" fmla="*/ 388620 h 38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862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2" name="Freihandform: Form 151">
              <a:extLst>
                <a:ext uri="{FF2B5EF4-FFF2-40B4-BE49-F238E27FC236}">
                  <a16:creationId xmlns:a16="http://schemas.microsoft.com/office/drawing/2014/main" id="{17E9EBD2-1308-471A-9C37-29FF027D0A14}"/>
                </a:ext>
              </a:extLst>
            </p:cNvPr>
            <p:cNvSpPr/>
            <p:nvPr/>
          </p:nvSpPr>
          <p:spPr>
            <a:xfrm>
              <a:off x="512063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3" name="Freihandform: Form 152">
              <a:extLst>
                <a:ext uri="{FF2B5EF4-FFF2-40B4-BE49-F238E27FC236}">
                  <a16:creationId xmlns:a16="http://schemas.microsoft.com/office/drawing/2014/main" id="{84D6E57D-0E5B-43A4-8081-53B3E5629513}"/>
                </a:ext>
              </a:extLst>
            </p:cNvPr>
            <p:cNvSpPr/>
            <p:nvPr/>
          </p:nvSpPr>
          <p:spPr>
            <a:xfrm>
              <a:off x="5397817" y="2646997"/>
              <a:ext cx="255269" cy="266700"/>
            </a:xfrm>
            <a:custGeom>
              <a:avLst/>
              <a:gdLst>
                <a:gd name="connsiteX0" fmla="*/ 255270 w 255269"/>
                <a:gd name="connsiteY0" fmla="*/ 266700 h 266700"/>
                <a:gd name="connsiteX1" fmla="*/ 183832 w 255269"/>
                <a:gd name="connsiteY1" fmla="*/ 266700 h 266700"/>
                <a:gd name="connsiteX2" fmla="*/ 126682 w 255269"/>
                <a:gd name="connsiteY2" fmla="*/ 174307 h 266700"/>
                <a:gd name="connsiteX3" fmla="*/ 125730 w 255269"/>
                <a:gd name="connsiteY3" fmla="*/ 174307 h 266700"/>
                <a:gd name="connsiteX4" fmla="*/ 70485 w 255269"/>
                <a:gd name="connsiteY4" fmla="*/ 266700 h 266700"/>
                <a:gd name="connsiteX5" fmla="*/ 0 w 255269"/>
                <a:gd name="connsiteY5" fmla="*/ 266700 h 266700"/>
                <a:gd name="connsiteX6" fmla="*/ 91440 w 255269"/>
                <a:gd name="connsiteY6" fmla="*/ 128588 h 266700"/>
                <a:gd name="connsiteX7" fmla="*/ 6667 w 255269"/>
                <a:gd name="connsiteY7" fmla="*/ 0 h 266700"/>
                <a:gd name="connsiteX8" fmla="*/ 77152 w 255269"/>
                <a:gd name="connsiteY8" fmla="*/ 0 h 266700"/>
                <a:gd name="connsiteX9" fmla="*/ 127635 w 255269"/>
                <a:gd name="connsiteY9" fmla="*/ 81915 h 266700"/>
                <a:gd name="connsiteX10" fmla="*/ 128588 w 255269"/>
                <a:gd name="connsiteY10" fmla="*/ 81915 h 266700"/>
                <a:gd name="connsiteX11" fmla="*/ 178117 w 255269"/>
                <a:gd name="connsiteY11" fmla="*/ 0 h 266700"/>
                <a:gd name="connsiteX12" fmla="*/ 247650 w 255269"/>
                <a:gd name="connsiteY12" fmla="*/ 0 h 266700"/>
                <a:gd name="connsiteX13" fmla="*/ 163830 w 255269"/>
                <a:gd name="connsiteY13" fmla="*/ 127635 h 266700"/>
                <a:gd name="connsiteX14" fmla="*/ 255270 w 255269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69" h="26670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4" name="Freihandform: Form 153">
              <a:extLst>
                <a:ext uri="{FF2B5EF4-FFF2-40B4-BE49-F238E27FC236}">
                  <a16:creationId xmlns:a16="http://schemas.microsoft.com/office/drawing/2014/main" id="{0A41A31B-8432-4CD9-B0E9-2DA62432F17C}"/>
                </a:ext>
              </a:extLst>
            </p:cNvPr>
            <p:cNvSpPr/>
            <p:nvPr/>
          </p:nvSpPr>
          <p:spPr>
            <a:xfrm>
              <a:off x="5686407" y="2641281"/>
              <a:ext cx="225759" cy="279082"/>
            </a:xfrm>
            <a:custGeom>
              <a:avLst/>
              <a:gdLst>
                <a:gd name="connsiteX0" fmla="*/ 114317 w 225759"/>
                <a:gd name="connsiteY0" fmla="*/ 107632 h 279082"/>
                <a:gd name="connsiteX1" fmla="*/ 164799 w 225759"/>
                <a:gd name="connsiteY1" fmla="*/ 113347 h 279082"/>
                <a:gd name="connsiteX2" fmla="*/ 164799 w 225759"/>
                <a:gd name="connsiteY2" fmla="*/ 103822 h 279082"/>
                <a:gd name="connsiteX3" fmla="*/ 105744 w 225759"/>
                <a:gd name="connsiteY3" fmla="*/ 52388 h 279082"/>
                <a:gd name="connsiteX4" fmla="*/ 38117 w 225759"/>
                <a:gd name="connsiteY4" fmla="*/ 67628 h 279082"/>
                <a:gd name="connsiteX5" fmla="*/ 24782 w 225759"/>
                <a:gd name="connsiteY5" fmla="*/ 15240 h 279082"/>
                <a:gd name="connsiteX6" fmla="*/ 112412 w 225759"/>
                <a:gd name="connsiteY6" fmla="*/ 0 h 279082"/>
                <a:gd name="connsiteX7" fmla="*/ 225759 w 225759"/>
                <a:gd name="connsiteY7" fmla="*/ 102870 h 279082"/>
                <a:gd name="connsiteX8" fmla="*/ 225759 w 225759"/>
                <a:gd name="connsiteY8" fmla="*/ 273368 h 279082"/>
                <a:gd name="connsiteX9" fmla="*/ 166704 w 225759"/>
                <a:gd name="connsiteY9" fmla="*/ 273368 h 279082"/>
                <a:gd name="connsiteX10" fmla="*/ 166704 w 225759"/>
                <a:gd name="connsiteY10" fmla="*/ 244793 h 279082"/>
                <a:gd name="connsiteX11" fmla="*/ 165752 w 225759"/>
                <a:gd name="connsiteY11" fmla="*/ 244793 h 279082"/>
                <a:gd name="connsiteX12" fmla="*/ 87647 w 225759"/>
                <a:gd name="connsiteY12" fmla="*/ 279083 h 279082"/>
                <a:gd name="connsiteX13" fmla="*/ 17 w 225759"/>
                <a:gd name="connsiteY13" fmla="*/ 194310 h 279082"/>
                <a:gd name="connsiteX14" fmla="*/ 114317 w 225759"/>
                <a:gd name="connsiteY14" fmla="*/ 107632 h 279082"/>
                <a:gd name="connsiteX15" fmla="*/ 103839 w 225759"/>
                <a:gd name="connsiteY15" fmla="*/ 232410 h 279082"/>
                <a:gd name="connsiteX16" fmla="*/ 164799 w 225759"/>
                <a:gd name="connsiteY16" fmla="*/ 200025 h 279082"/>
                <a:gd name="connsiteX17" fmla="*/ 164799 w 225759"/>
                <a:gd name="connsiteY17" fmla="*/ 154305 h 279082"/>
                <a:gd name="connsiteX18" fmla="*/ 120984 w 225759"/>
                <a:gd name="connsiteY18" fmla="*/ 149543 h 279082"/>
                <a:gd name="connsiteX19" fmla="*/ 59072 w 225759"/>
                <a:gd name="connsiteY19" fmla="*/ 193358 h 279082"/>
                <a:gd name="connsiteX20" fmla="*/ 103839 w 225759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9" h="279082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5" name="Freihandform: Form 154">
              <a:extLst>
                <a:ext uri="{FF2B5EF4-FFF2-40B4-BE49-F238E27FC236}">
                  <a16:creationId xmlns:a16="http://schemas.microsoft.com/office/drawing/2014/main" id="{46FF8D8D-5FE8-43E4-A552-F9B3C3353B29}"/>
                </a:ext>
              </a:extLst>
            </p:cNvPr>
            <p:cNvSpPr/>
            <p:nvPr/>
          </p:nvSpPr>
          <p:spPr>
            <a:xfrm>
              <a:off x="5991224" y="2641281"/>
              <a:ext cx="229552" cy="273367"/>
            </a:xfrm>
            <a:custGeom>
              <a:avLst/>
              <a:gdLst>
                <a:gd name="connsiteX0" fmla="*/ 229553 w 229552"/>
                <a:gd name="connsiteY0" fmla="*/ 272415 h 273367"/>
                <a:gd name="connsiteX1" fmla="*/ 166688 w 229552"/>
                <a:gd name="connsiteY1" fmla="*/ 272415 h 273367"/>
                <a:gd name="connsiteX2" fmla="*/ 166688 w 229552"/>
                <a:gd name="connsiteY2" fmla="*/ 120015 h 273367"/>
                <a:gd name="connsiteX3" fmla="*/ 117157 w 229552"/>
                <a:gd name="connsiteY3" fmla="*/ 55245 h 273367"/>
                <a:gd name="connsiteX4" fmla="*/ 61913 w 229552"/>
                <a:gd name="connsiteY4" fmla="*/ 120015 h 273367"/>
                <a:gd name="connsiteX5" fmla="*/ 61913 w 229552"/>
                <a:gd name="connsiteY5" fmla="*/ 273368 h 273367"/>
                <a:gd name="connsiteX6" fmla="*/ 0 w 229552"/>
                <a:gd name="connsiteY6" fmla="*/ 273368 h 273367"/>
                <a:gd name="connsiteX7" fmla="*/ 0 w 229552"/>
                <a:gd name="connsiteY7" fmla="*/ 6668 h 273367"/>
                <a:gd name="connsiteX8" fmla="*/ 61913 w 229552"/>
                <a:gd name="connsiteY8" fmla="*/ 6668 h 273367"/>
                <a:gd name="connsiteX9" fmla="*/ 61913 w 229552"/>
                <a:gd name="connsiteY9" fmla="*/ 39053 h 273367"/>
                <a:gd name="connsiteX10" fmla="*/ 62865 w 229552"/>
                <a:gd name="connsiteY10" fmla="*/ 39053 h 273367"/>
                <a:gd name="connsiteX11" fmla="*/ 140970 w 229552"/>
                <a:gd name="connsiteY11" fmla="*/ 0 h 273367"/>
                <a:gd name="connsiteX12" fmla="*/ 228600 w 229552"/>
                <a:gd name="connsiteY12" fmla="*/ 107632 h 273367"/>
                <a:gd name="connsiteX13" fmla="*/ 228600 w 229552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273367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6" name="Freihandform: Form 155">
              <a:extLst>
                <a:ext uri="{FF2B5EF4-FFF2-40B4-BE49-F238E27FC236}">
                  <a16:creationId xmlns:a16="http://schemas.microsoft.com/office/drawing/2014/main" id="{7AA2D936-8A2E-448A-A3FE-121C90D55E4E}"/>
                </a:ext>
              </a:extLst>
            </p:cNvPr>
            <p:cNvSpPr/>
            <p:nvPr/>
          </p:nvSpPr>
          <p:spPr>
            <a:xfrm>
              <a:off x="628649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3 w 248602"/>
                <a:gd name="connsiteY7" fmla="*/ 389573 h 396239"/>
                <a:gd name="connsiteX8" fmla="*/ 187643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3 w 248602"/>
                <a:gd name="connsiteY14" fmla="*/ 305753 h 396239"/>
                <a:gd name="connsiteX15" fmla="*/ 187643 w 248602"/>
                <a:gd name="connsiteY15" fmla="*/ 207645 h 396239"/>
                <a:gd name="connsiteX16" fmla="*/ 123825 w 248602"/>
                <a:gd name="connsiteY16" fmla="*/ 172402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7" name="Freihandform: Form 156">
              <a:extLst>
                <a:ext uri="{FF2B5EF4-FFF2-40B4-BE49-F238E27FC236}">
                  <a16:creationId xmlns:a16="http://schemas.microsoft.com/office/drawing/2014/main" id="{7D614E3F-8E38-48A8-A892-90F1BE5DFC41}"/>
                </a:ext>
              </a:extLst>
            </p:cNvPr>
            <p:cNvSpPr/>
            <p:nvPr/>
          </p:nvSpPr>
          <p:spPr>
            <a:xfrm>
              <a:off x="660272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8" name="Freihandform: Form 157">
              <a:extLst>
                <a:ext uri="{FF2B5EF4-FFF2-40B4-BE49-F238E27FC236}">
                  <a16:creationId xmlns:a16="http://schemas.microsoft.com/office/drawing/2014/main" id="{EB14B71E-9496-43D9-A4EC-B717F5048611}"/>
                </a:ext>
              </a:extLst>
            </p:cNvPr>
            <p:cNvSpPr/>
            <p:nvPr/>
          </p:nvSpPr>
          <p:spPr>
            <a:xfrm>
              <a:off x="6916101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9" name="Freihandform: Form 158">
              <a:extLst>
                <a:ext uri="{FF2B5EF4-FFF2-40B4-BE49-F238E27FC236}">
                  <a16:creationId xmlns:a16="http://schemas.microsoft.com/office/drawing/2014/main" id="{790BD971-8810-42D7-9C91-5E31E7DE2C4E}"/>
                </a:ext>
              </a:extLst>
            </p:cNvPr>
            <p:cNvSpPr/>
            <p:nvPr/>
          </p:nvSpPr>
          <p:spPr>
            <a:xfrm>
              <a:off x="7115174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0" name="Freihandform: Form 159">
              <a:extLst>
                <a:ext uri="{FF2B5EF4-FFF2-40B4-BE49-F238E27FC236}">
                  <a16:creationId xmlns:a16="http://schemas.microsoft.com/office/drawing/2014/main" id="{32DC33CF-54F4-4299-82CD-B2375462167E}"/>
                </a:ext>
              </a:extLst>
            </p:cNvPr>
            <p:cNvSpPr/>
            <p:nvPr/>
          </p:nvSpPr>
          <p:spPr>
            <a:xfrm>
              <a:off x="732472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1" name="Freihandform: Form 160">
              <a:extLst>
                <a:ext uri="{FF2B5EF4-FFF2-40B4-BE49-F238E27FC236}">
                  <a16:creationId xmlns:a16="http://schemas.microsoft.com/office/drawing/2014/main" id="{28E7B4C3-0E3A-4A63-A15B-FBBF0A790C9D}"/>
                </a:ext>
              </a:extLst>
            </p:cNvPr>
            <p:cNvSpPr/>
            <p:nvPr/>
          </p:nvSpPr>
          <p:spPr>
            <a:xfrm>
              <a:off x="7697151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DE83242C-3DAB-4186-A2CF-ABC5CE556834}"/>
                </a:ext>
              </a:extLst>
            </p:cNvPr>
            <p:cNvSpPr/>
            <p:nvPr/>
          </p:nvSpPr>
          <p:spPr>
            <a:xfrm>
              <a:off x="799623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CE94665A-1959-4E8D-8843-30D9AA88A120}"/>
                </a:ext>
              </a:extLst>
            </p:cNvPr>
            <p:cNvSpPr/>
            <p:nvPr/>
          </p:nvSpPr>
          <p:spPr>
            <a:xfrm>
              <a:off x="8119109" y="2647949"/>
              <a:ext cx="259079" cy="266700"/>
            </a:xfrm>
            <a:custGeom>
              <a:avLst/>
              <a:gdLst>
                <a:gd name="connsiteX0" fmla="*/ 259080 w 259079"/>
                <a:gd name="connsiteY0" fmla="*/ 0 h 266700"/>
                <a:gd name="connsiteX1" fmla="*/ 161925 w 259079"/>
                <a:gd name="connsiteY1" fmla="*/ 266700 h 266700"/>
                <a:gd name="connsiteX2" fmla="*/ 97155 w 259079"/>
                <a:gd name="connsiteY2" fmla="*/ 266700 h 266700"/>
                <a:gd name="connsiteX3" fmla="*/ 0 w 259079"/>
                <a:gd name="connsiteY3" fmla="*/ 0 h 266700"/>
                <a:gd name="connsiteX4" fmla="*/ 68580 w 259079"/>
                <a:gd name="connsiteY4" fmla="*/ 0 h 266700"/>
                <a:gd name="connsiteX5" fmla="*/ 129540 w 259079"/>
                <a:gd name="connsiteY5" fmla="*/ 193358 h 266700"/>
                <a:gd name="connsiteX6" fmla="*/ 130492 w 259079"/>
                <a:gd name="connsiteY6" fmla="*/ 193358 h 266700"/>
                <a:gd name="connsiteX7" fmla="*/ 191452 w 259079"/>
                <a:gd name="connsiteY7" fmla="*/ 0 h 266700"/>
                <a:gd name="connsiteX8" fmla="*/ 259080 w 259079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79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6D37DE7E-42BD-43AE-AD54-7C9257288F34}"/>
                </a:ext>
              </a:extLst>
            </p:cNvPr>
            <p:cNvSpPr/>
            <p:nvPr/>
          </p:nvSpPr>
          <p:spPr>
            <a:xfrm>
              <a:off x="840676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3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EA89A64B-C979-45EC-B4F6-949EB2001B5D}"/>
                </a:ext>
              </a:extLst>
            </p:cNvPr>
            <p:cNvSpPr/>
            <p:nvPr/>
          </p:nvSpPr>
          <p:spPr>
            <a:xfrm>
              <a:off x="8720137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D8F4E6F5-DCF7-4013-87A5-43A2566A3AD9}"/>
                </a:ext>
              </a:extLst>
            </p:cNvPr>
            <p:cNvSpPr/>
            <p:nvPr/>
          </p:nvSpPr>
          <p:spPr>
            <a:xfrm>
              <a:off x="8909684" y="2640329"/>
              <a:ext cx="205739" cy="280034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2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08B40D83-75AF-478E-9E62-44910A1F67F1}"/>
                </a:ext>
              </a:extLst>
            </p:cNvPr>
            <p:cNvSpPr/>
            <p:nvPr/>
          </p:nvSpPr>
          <p:spPr>
            <a:xfrm>
              <a:off x="9173526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3 w 79057"/>
                <a:gd name="connsiteY1" fmla="*/ 76200 h 384810"/>
                <a:gd name="connsiteX2" fmla="*/ 0 w 79057"/>
                <a:gd name="connsiteY2" fmla="*/ 38100 h 384810"/>
                <a:gd name="connsiteX3" fmla="*/ 39053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4450C88D-A2CC-4995-B198-B8121FB36D4E}"/>
                </a:ext>
              </a:extLst>
            </p:cNvPr>
            <p:cNvSpPr/>
            <p:nvPr/>
          </p:nvSpPr>
          <p:spPr>
            <a:xfrm>
              <a:off x="9297351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8 w 165735"/>
                <a:gd name="connsiteY3" fmla="*/ 282892 h 358139"/>
                <a:gd name="connsiteX4" fmla="*/ 40958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170097FC-1C77-4FDF-AEC4-E77CD945C51D}"/>
                </a:ext>
              </a:extLst>
            </p:cNvPr>
            <p:cNvSpPr/>
            <p:nvPr/>
          </p:nvSpPr>
          <p:spPr>
            <a:xfrm>
              <a:off x="9511664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3 w 225742"/>
                <a:gd name="connsiteY1" fmla="*/ 220980 h 386714"/>
                <a:gd name="connsiteX2" fmla="*/ 164783 w 225742"/>
                <a:gd name="connsiteY2" fmla="*/ 211455 h 386714"/>
                <a:gd name="connsiteX3" fmla="*/ 105728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3823 w 225742"/>
                <a:gd name="connsiteY20" fmla="*/ 340042 h 386714"/>
                <a:gd name="connsiteX21" fmla="*/ 164783 w 225742"/>
                <a:gd name="connsiteY21" fmla="*/ 307658 h 386714"/>
                <a:gd name="connsiteX22" fmla="*/ 164783 w 225742"/>
                <a:gd name="connsiteY22" fmla="*/ 261938 h 386714"/>
                <a:gd name="connsiteX23" fmla="*/ 120968 w 225742"/>
                <a:gd name="connsiteY23" fmla="*/ 257175 h 386714"/>
                <a:gd name="connsiteX24" fmla="*/ 59055 w 225742"/>
                <a:gd name="connsiteY24" fmla="*/ 300990 h 386714"/>
                <a:gd name="connsiteX25" fmla="*/ 103823 w 225742"/>
                <a:gd name="connsiteY25" fmla="*/ 340042 h 386714"/>
                <a:gd name="connsiteX26" fmla="*/ 172403 w 225742"/>
                <a:gd name="connsiteY26" fmla="*/ 72390 h 386714"/>
                <a:gd name="connsiteX27" fmla="*/ 135255 w 225742"/>
                <a:gd name="connsiteY27" fmla="*/ 36195 h 386714"/>
                <a:gd name="connsiteX28" fmla="*/ 172403 w 225742"/>
                <a:gd name="connsiteY28" fmla="*/ 0 h 386714"/>
                <a:gd name="connsiteX29" fmla="*/ 209550 w 225742"/>
                <a:gd name="connsiteY29" fmla="*/ 36195 h 386714"/>
                <a:gd name="connsiteX30" fmla="*/ 172403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D9C6AC2B-710E-4330-AC9D-A8316145CCED}"/>
                </a:ext>
              </a:extLst>
            </p:cNvPr>
            <p:cNvSpPr/>
            <p:nvPr/>
          </p:nvSpPr>
          <p:spPr>
            <a:xfrm>
              <a:off x="9785984" y="2562224"/>
              <a:ext cx="165734" cy="358139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7 w 165734"/>
                <a:gd name="connsiteY9" fmla="*/ 0 h 358139"/>
                <a:gd name="connsiteX10" fmla="*/ 101917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7 w 165734"/>
                <a:gd name="connsiteY13" fmla="*/ 138113 h 358139"/>
                <a:gd name="connsiteX14" fmla="*/ 101917 w 165734"/>
                <a:gd name="connsiteY14" fmla="*/ 269558 h 358139"/>
                <a:gd name="connsiteX15" fmla="*/ 130492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A44EACAA-23D2-4B0E-A7A5-160CBF43FAA6}"/>
                </a:ext>
              </a:extLst>
            </p:cNvPr>
            <p:cNvSpPr/>
            <p:nvPr/>
          </p:nvSpPr>
          <p:spPr>
            <a:xfrm>
              <a:off x="2242184" y="3122294"/>
              <a:ext cx="275272" cy="368617"/>
            </a:xfrm>
            <a:custGeom>
              <a:avLst/>
              <a:gdLst>
                <a:gd name="connsiteX0" fmla="*/ 275273 w 275272"/>
                <a:gd name="connsiteY0" fmla="*/ 60960 h 368617"/>
                <a:gd name="connsiteX1" fmla="*/ 170498 w 275272"/>
                <a:gd name="connsiteY1" fmla="*/ 60960 h 368617"/>
                <a:gd name="connsiteX2" fmla="*/ 170498 w 275272"/>
                <a:gd name="connsiteY2" fmla="*/ 368617 h 368617"/>
                <a:gd name="connsiteX3" fmla="*/ 104775 w 275272"/>
                <a:gd name="connsiteY3" fmla="*/ 368617 h 368617"/>
                <a:gd name="connsiteX4" fmla="*/ 104775 w 275272"/>
                <a:gd name="connsiteY4" fmla="*/ 60960 h 368617"/>
                <a:gd name="connsiteX5" fmla="*/ 0 w 275272"/>
                <a:gd name="connsiteY5" fmla="*/ 60960 h 368617"/>
                <a:gd name="connsiteX6" fmla="*/ 0 w 275272"/>
                <a:gd name="connsiteY6" fmla="*/ 0 h 368617"/>
                <a:gd name="connsiteX7" fmla="*/ 275273 w 275272"/>
                <a:gd name="connsiteY7" fmla="*/ 0 h 368617"/>
                <a:gd name="connsiteX8" fmla="*/ 275273 w 275272"/>
                <a:gd name="connsiteY8" fmla="*/ 60960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272" h="368617">
                  <a:moveTo>
                    <a:pt x="275273" y="60960"/>
                  </a:moveTo>
                  <a:lnTo>
                    <a:pt x="170498" y="60960"/>
                  </a:lnTo>
                  <a:lnTo>
                    <a:pt x="170498" y="368617"/>
                  </a:lnTo>
                  <a:lnTo>
                    <a:pt x="104775" y="368617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75273" y="0"/>
                  </a:lnTo>
                  <a:lnTo>
                    <a:pt x="275273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C1445E99-D980-4FC1-8219-60CB5C0DAA20}"/>
                </a:ext>
              </a:extLst>
            </p:cNvPr>
            <p:cNvSpPr/>
            <p:nvPr/>
          </p:nvSpPr>
          <p:spPr>
            <a:xfrm>
              <a:off x="2519362" y="3217544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7 w 242887"/>
                <a:gd name="connsiteY5" fmla="*/ 160972 h 279082"/>
                <a:gd name="connsiteX6" fmla="*/ 133350 w 242887"/>
                <a:gd name="connsiteY6" fmla="*/ 225742 h 279082"/>
                <a:gd name="connsiteX7" fmla="*/ 199073 w 242887"/>
                <a:gd name="connsiteY7" fmla="*/ 194310 h 279082"/>
                <a:gd name="connsiteX8" fmla="*/ 238125 w 242887"/>
                <a:gd name="connsiteY8" fmla="*/ 235267 h 279082"/>
                <a:gd name="connsiteX9" fmla="*/ 132398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3817" y="160972"/>
                  </a:lnTo>
                  <a:cubicBezTo>
                    <a:pt x="70485" y="201930"/>
                    <a:pt x="95250" y="225742"/>
                    <a:pt x="133350" y="225742"/>
                  </a:cubicBezTo>
                  <a:cubicBezTo>
                    <a:pt x="158115" y="225742"/>
                    <a:pt x="178117" y="216217"/>
                    <a:pt x="199073" y="194310"/>
                  </a:cubicBezTo>
                  <a:lnTo>
                    <a:pt x="238125" y="235267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8F5B513C-3EB1-4F96-AE3F-FA2E5E55A045}"/>
                </a:ext>
              </a:extLst>
            </p:cNvPr>
            <p:cNvSpPr/>
            <p:nvPr/>
          </p:nvSpPr>
          <p:spPr>
            <a:xfrm>
              <a:off x="2816541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3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60BC311B-E1F4-4DE2-B87A-9DAD7B90EA03}"/>
                </a:ext>
              </a:extLst>
            </p:cNvPr>
            <p:cNvSpPr/>
            <p:nvPr/>
          </p:nvSpPr>
          <p:spPr>
            <a:xfrm>
              <a:off x="3095624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6D220A37-F8FD-4C97-B886-3789AD45A1C3}"/>
                </a:ext>
              </a:extLst>
            </p:cNvPr>
            <p:cNvSpPr/>
            <p:nvPr/>
          </p:nvSpPr>
          <p:spPr>
            <a:xfrm>
              <a:off x="3404234" y="321754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7618119C-41E9-43BA-92E1-7139F37520B7}"/>
                </a:ext>
              </a:extLst>
            </p:cNvPr>
            <p:cNvSpPr/>
            <p:nvPr/>
          </p:nvSpPr>
          <p:spPr>
            <a:xfrm>
              <a:off x="3703319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2 w 79057"/>
                <a:gd name="connsiteY1" fmla="*/ 76200 h 384809"/>
                <a:gd name="connsiteX2" fmla="*/ 0 w 79057"/>
                <a:gd name="connsiteY2" fmla="*/ 38100 h 384809"/>
                <a:gd name="connsiteX3" fmla="*/ 39052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2 w 79057"/>
                <a:gd name="connsiteY6" fmla="*/ 384810 h 384809"/>
                <a:gd name="connsiteX7" fmla="*/ 8572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A5F874B1-F5C4-402C-9749-2AB3C2EAFCFC}"/>
                </a:ext>
              </a:extLst>
            </p:cNvPr>
            <p:cNvSpPr/>
            <p:nvPr/>
          </p:nvSpPr>
          <p:spPr>
            <a:xfrm>
              <a:off x="3830954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2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2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169F6428-4F5D-4675-B468-7AAA6EA2A8D9}"/>
                </a:ext>
              </a:extLst>
            </p:cNvPr>
            <p:cNvSpPr/>
            <p:nvPr/>
          </p:nvSpPr>
          <p:spPr>
            <a:xfrm>
              <a:off x="4087177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5735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6ECA4213-C333-492A-8271-46DBC688C852}"/>
                </a:ext>
              </a:extLst>
            </p:cNvPr>
            <p:cNvSpPr/>
            <p:nvPr/>
          </p:nvSpPr>
          <p:spPr>
            <a:xfrm>
              <a:off x="4366259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CA31CA87-30A7-4449-9783-8DC969F2EACE}"/>
                </a:ext>
              </a:extLst>
            </p:cNvPr>
            <p:cNvSpPr/>
            <p:nvPr/>
          </p:nvSpPr>
          <p:spPr>
            <a:xfrm>
              <a:off x="4659629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7C37FD0D-D89F-431F-9478-9D2638DB850F}"/>
                </a:ext>
              </a:extLst>
            </p:cNvPr>
            <p:cNvSpPr/>
            <p:nvPr/>
          </p:nvSpPr>
          <p:spPr>
            <a:xfrm>
              <a:off x="5130164" y="3122294"/>
              <a:ext cx="231457" cy="368617"/>
            </a:xfrm>
            <a:custGeom>
              <a:avLst/>
              <a:gdLst>
                <a:gd name="connsiteX0" fmla="*/ 231457 w 231457"/>
                <a:gd name="connsiteY0" fmla="*/ 60007 h 368617"/>
                <a:gd name="connsiteX1" fmla="*/ 65722 w 231457"/>
                <a:gd name="connsiteY1" fmla="*/ 60007 h 368617"/>
                <a:gd name="connsiteX2" fmla="*/ 65722 w 231457"/>
                <a:gd name="connsiteY2" fmla="*/ 151447 h 368617"/>
                <a:gd name="connsiteX3" fmla="*/ 189547 w 231457"/>
                <a:gd name="connsiteY3" fmla="*/ 151447 h 368617"/>
                <a:gd name="connsiteX4" fmla="*/ 189547 w 231457"/>
                <a:gd name="connsiteY4" fmla="*/ 211455 h 368617"/>
                <a:gd name="connsiteX5" fmla="*/ 65722 w 231457"/>
                <a:gd name="connsiteY5" fmla="*/ 211455 h 368617"/>
                <a:gd name="connsiteX6" fmla="*/ 65722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7 w 231457"/>
                <a:gd name="connsiteY9" fmla="*/ 0 h 368617"/>
                <a:gd name="connsiteX10" fmla="*/ 231457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9A1255C6-12A9-459B-843F-7294ADDC1C1B}"/>
                </a:ext>
              </a:extLst>
            </p:cNvPr>
            <p:cNvSpPr/>
            <p:nvPr/>
          </p:nvSpPr>
          <p:spPr>
            <a:xfrm>
              <a:off x="5373052" y="3217544"/>
              <a:ext cx="226694" cy="279082"/>
            </a:xfrm>
            <a:custGeom>
              <a:avLst/>
              <a:gdLst>
                <a:gd name="connsiteX0" fmla="*/ 115253 w 226694"/>
                <a:gd name="connsiteY0" fmla="*/ 107633 h 279082"/>
                <a:gd name="connsiteX1" fmla="*/ 165735 w 226694"/>
                <a:gd name="connsiteY1" fmla="*/ 113347 h 279082"/>
                <a:gd name="connsiteX2" fmla="*/ 165735 w 226694"/>
                <a:gd name="connsiteY2" fmla="*/ 103822 h 279082"/>
                <a:gd name="connsiteX3" fmla="*/ 106680 w 226694"/>
                <a:gd name="connsiteY3" fmla="*/ 52388 h 279082"/>
                <a:gd name="connsiteX4" fmla="*/ 39053 w 226694"/>
                <a:gd name="connsiteY4" fmla="*/ 67627 h 279082"/>
                <a:gd name="connsiteX5" fmla="*/ 25717 w 226694"/>
                <a:gd name="connsiteY5" fmla="*/ 15240 h 279082"/>
                <a:gd name="connsiteX6" fmla="*/ 113347 w 226694"/>
                <a:gd name="connsiteY6" fmla="*/ 0 h 279082"/>
                <a:gd name="connsiteX7" fmla="*/ 226695 w 226694"/>
                <a:gd name="connsiteY7" fmla="*/ 102870 h 279082"/>
                <a:gd name="connsiteX8" fmla="*/ 226695 w 226694"/>
                <a:gd name="connsiteY8" fmla="*/ 273367 h 279082"/>
                <a:gd name="connsiteX9" fmla="*/ 167640 w 226694"/>
                <a:gd name="connsiteY9" fmla="*/ 273367 h 279082"/>
                <a:gd name="connsiteX10" fmla="*/ 167640 w 226694"/>
                <a:gd name="connsiteY10" fmla="*/ 244792 h 279082"/>
                <a:gd name="connsiteX11" fmla="*/ 165735 w 226694"/>
                <a:gd name="connsiteY11" fmla="*/ 244792 h 279082"/>
                <a:gd name="connsiteX12" fmla="*/ 87630 w 226694"/>
                <a:gd name="connsiteY12" fmla="*/ 279083 h 279082"/>
                <a:gd name="connsiteX13" fmla="*/ 0 w 226694"/>
                <a:gd name="connsiteY13" fmla="*/ 194310 h 279082"/>
                <a:gd name="connsiteX14" fmla="*/ 115253 w 226694"/>
                <a:gd name="connsiteY14" fmla="*/ 107633 h 279082"/>
                <a:gd name="connsiteX15" fmla="*/ 104775 w 226694"/>
                <a:gd name="connsiteY15" fmla="*/ 232410 h 279082"/>
                <a:gd name="connsiteX16" fmla="*/ 165735 w 226694"/>
                <a:gd name="connsiteY16" fmla="*/ 200025 h 279082"/>
                <a:gd name="connsiteX17" fmla="*/ 165735 w 226694"/>
                <a:gd name="connsiteY17" fmla="*/ 153352 h 279082"/>
                <a:gd name="connsiteX18" fmla="*/ 121920 w 226694"/>
                <a:gd name="connsiteY18" fmla="*/ 148590 h 279082"/>
                <a:gd name="connsiteX19" fmla="*/ 60007 w 226694"/>
                <a:gd name="connsiteY19" fmla="*/ 192405 h 279082"/>
                <a:gd name="connsiteX20" fmla="*/ 104775 w 226694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6694" h="279082">
                  <a:moveTo>
                    <a:pt x="115253" y="107633"/>
                  </a:moveTo>
                  <a:cubicBezTo>
                    <a:pt x="132397" y="107633"/>
                    <a:pt x="148590" y="108585"/>
                    <a:pt x="165735" y="113347"/>
                  </a:cubicBezTo>
                  <a:lnTo>
                    <a:pt x="165735" y="103822"/>
                  </a:lnTo>
                  <a:cubicBezTo>
                    <a:pt x="165735" y="69532"/>
                    <a:pt x="145732" y="52388"/>
                    <a:pt x="106680" y="52388"/>
                  </a:cubicBezTo>
                  <a:cubicBezTo>
                    <a:pt x="84772" y="52388"/>
                    <a:pt x="60960" y="57150"/>
                    <a:pt x="39053" y="67627"/>
                  </a:cubicBezTo>
                  <a:lnTo>
                    <a:pt x="25717" y="15240"/>
                  </a:lnTo>
                  <a:cubicBezTo>
                    <a:pt x="50482" y="5715"/>
                    <a:pt x="82867" y="0"/>
                    <a:pt x="113347" y="0"/>
                  </a:cubicBezTo>
                  <a:cubicBezTo>
                    <a:pt x="188595" y="0"/>
                    <a:pt x="226695" y="35242"/>
                    <a:pt x="226695" y="102870"/>
                  </a:cubicBezTo>
                  <a:lnTo>
                    <a:pt x="226695" y="273367"/>
                  </a:lnTo>
                  <a:lnTo>
                    <a:pt x="167640" y="273367"/>
                  </a:lnTo>
                  <a:lnTo>
                    <a:pt x="167640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5253" y="107633"/>
                  </a:cubicBezTo>
                  <a:close/>
                  <a:moveTo>
                    <a:pt x="104775" y="232410"/>
                  </a:moveTo>
                  <a:cubicBezTo>
                    <a:pt x="127635" y="232410"/>
                    <a:pt x="148590" y="220980"/>
                    <a:pt x="165735" y="200025"/>
                  </a:cubicBezTo>
                  <a:lnTo>
                    <a:pt x="165735" y="153352"/>
                  </a:lnTo>
                  <a:cubicBezTo>
                    <a:pt x="151447" y="149542"/>
                    <a:pt x="136207" y="148590"/>
                    <a:pt x="121920" y="148590"/>
                  </a:cubicBezTo>
                  <a:cubicBezTo>
                    <a:pt x="82867" y="148590"/>
                    <a:pt x="60007" y="163830"/>
                    <a:pt x="60007" y="192405"/>
                  </a:cubicBezTo>
                  <a:cubicBezTo>
                    <a:pt x="60007" y="217170"/>
                    <a:pt x="77153" y="232410"/>
                    <a:pt x="104775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BD88DE7C-655E-4731-99FA-B7E34983ECB8}"/>
                </a:ext>
              </a:extLst>
            </p:cNvPr>
            <p:cNvSpPr/>
            <p:nvPr/>
          </p:nvSpPr>
          <p:spPr>
            <a:xfrm>
              <a:off x="5678804" y="3101339"/>
              <a:ext cx="234314" cy="389572"/>
            </a:xfrm>
            <a:custGeom>
              <a:avLst/>
              <a:gdLst>
                <a:gd name="connsiteX0" fmla="*/ 0 w 234314"/>
                <a:gd name="connsiteY0" fmla="*/ 15240 h 389572"/>
                <a:gd name="connsiteX1" fmla="*/ 61913 w 234314"/>
                <a:gd name="connsiteY1" fmla="*/ 0 h 389572"/>
                <a:gd name="connsiteX2" fmla="*/ 61913 w 234314"/>
                <a:gd name="connsiteY2" fmla="*/ 234315 h 389572"/>
                <a:gd name="connsiteX3" fmla="*/ 62865 w 234314"/>
                <a:gd name="connsiteY3" fmla="*/ 234315 h 389572"/>
                <a:gd name="connsiteX4" fmla="*/ 150495 w 234314"/>
                <a:gd name="connsiteY4" fmla="*/ 122873 h 389572"/>
                <a:gd name="connsiteX5" fmla="*/ 224790 w 234314"/>
                <a:gd name="connsiteY5" fmla="*/ 122873 h 389572"/>
                <a:gd name="connsiteX6" fmla="*/ 137160 w 234314"/>
                <a:gd name="connsiteY6" fmla="*/ 227648 h 389572"/>
                <a:gd name="connsiteX7" fmla="*/ 234315 w 234314"/>
                <a:gd name="connsiteY7" fmla="*/ 389573 h 389572"/>
                <a:gd name="connsiteX8" fmla="*/ 160020 w 234314"/>
                <a:gd name="connsiteY8" fmla="*/ 389573 h 389572"/>
                <a:gd name="connsiteX9" fmla="*/ 93345 w 234314"/>
                <a:gd name="connsiteY9" fmla="*/ 274320 h 389572"/>
                <a:gd name="connsiteX10" fmla="*/ 62865 w 234314"/>
                <a:gd name="connsiteY10" fmla="*/ 308610 h 389572"/>
                <a:gd name="connsiteX11" fmla="*/ 62865 w 234314"/>
                <a:gd name="connsiteY11" fmla="*/ 389573 h 389572"/>
                <a:gd name="connsiteX12" fmla="*/ 952 w 234314"/>
                <a:gd name="connsiteY12" fmla="*/ 389573 h 389572"/>
                <a:gd name="connsiteX13" fmla="*/ 952 w 234314"/>
                <a:gd name="connsiteY13" fmla="*/ 1524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14" h="389572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F31C4EAF-8B93-4132-872E-D12B732A4099}"/>
                </a:ext>
              </a:extLst>
            </p:cNvPr>
            <p:cNvSpPr/>
            <p:nvPr/>
          </p:nvSpPr>
          <p:spPr>
            <a:xfrm>
              <a:off x="5958839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7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02DF8183-C86A-43FA-8D36-ACC72C3197B3}"/>
                </a:ext>
              </a:extLst>
            </p:cNvPr>
            <p:cNvSpPr/>
            <p:nvPr/>
          </p:nvSpPr>
          <p:spPr>
            <a:xfrm>
              <a:off x="6268402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E6503672-A51F-4F6C-A4CF-65F4050E558B}"/>
                </a:ext>
              </a:extLst>
            </p:cNvPr>
            <p:cNvSpPr/>
            <p:nvPr/>
          </p:nvSpPr>
          <p:spPr>
            <a:xfrm>
              <a:off x="6385559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8 w 165734"/>
                <a:gd name="connsiteY3" fmla="*/ 282892 h 358140"/>
                <a:gd name="connsiteX4" fmla="*/ 40958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8 w 165734"/>
                <a:gd name="connsiteY13" fmla="*/ 138113 h 358140"/>
                <a:gd name="connsiteX14" fmla="*/ 101918 w 165734"/>
                <a:gd name="connsiteY14" fmla="*/ 269558 h 358140"/>
                <a:gd name="connsiteX15" fmla="*/ 130493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2" y="303847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96BAB337-D064-4F11-8A5E-31DBC2E4704B}"/>
                </a:ext>
              </a:extLst>
            </p:cNvPr>
            <p:cNvSpPr/>
            <p:nvPr/>
          </p:nvSpPr>
          <p:spPr>
            <a:xfrm>
              <a:off x="6599871" y="3109912"/>
              <a:ext cx="225742" cy="386715"/>
            </a:xfrm>
            <a:custGeom>
              <a:avLst/>
              <a:gdLst>
                <a:gd name="connsiteX0" fmla="*/ 114300 w 225742"/>
                <a:gd name="connsiteY0" fmla="*/ 215265 h 386715"/>
                <a:gd name="connsiteX1" fmla="*/ 164783 w 225742"/>
                <a:gd name="connsiteY1" fmla="*/ 220980 h 386715"/>
                <a:gd name="connsiteX2" fmla="*/ 164783 w 225742"/>
                <a:gd name="connsiteY2" fmla="*/ 211455 h 386715"/>
                <a:gd name="connsiteX3" fmla="*/ 105728 w 225742"/>
                <a:gd name="connsiteY3" fmla="*/ 160020 h 386715"/>
                <a:gd name="connsiteX4" fmla="*/ 38100 w 225742"/>
                <a:gd name="connsiteY4" fmla="*/ 175260 h 386715"/>
                <a:gd name="connsiteX5" fmla="*/ 24765 w 225742"/>
                <a:gd name="connsiteY5" fmla="*/ 122873 h 386715"/>
                <a:gd name="connsiteX6" fmla="*/ 112395 w 225742"/>
                <a:gd name="connsiteY6" fmla="*/ 107633 h 386715"/>
                <a:gd name="connsiteX7" fmla="*/ 225742 w 225742"/>
                <a:gd name="connsiteY7" fmla="*/ 210503 h 386715"/>
                <a:gd name="connsiteX8" fmla="*/ 225742 w 225742"/>
                <a:gd name="connsiteY8" fmla="*/ 381000 h 386715"/>
                <a:gd name="connsiteX9" fmla="*/ 166688 w 225742"/>
                <a:gd name="connsiteY9" fmla="*/ 381000 h 386715"/>
                <a:gd name="connsiteX10" fmla="*/ 166688 w 225742"/>
                <a:gd name="connsiteY10" fmla="*/ 352425 h 386715"/>
                <a:gd name="connsiteX11" fmla="*/ 165735 w 225742"/>
                <a:gd name="connsiteY11" fmla="*/ 352425 h 386715"/>
                <a:gd name="connsiteX12" fmla="*/ 87630 w 225742"/>
                <a:gd name="connsiteY12" fmla="*/ 386715 h 386715"/>
                <a:gd name="connsiteX13" fmla="*/ 0 w 225742"/>
                <a:gd name="connsiteY13" fmla="*/ 301942 h 386715"/>
                <a:gd name="connsiteX14" fmla="*/ 114300 w 225742"/>
                <a:gd name="connsiteY14" fmla="*/ 215265 h 386715"/>
                <a:gd name="connsiteX15" fmla="*/ 63817 w 225742"/>
                <a:gd name="connsiteY15" fmla="*/ 72390 h 386715"/>
                <a:gd name="connsiteX16" fmla="*/ 26670 w 225742"/>
                <a:gd name="connsiteY16" fmla="*/ 36195 h 386715"/>
                <a:gd name="connsiteX17" fmla="*/ 63817 w 225742"/>
                <a:gd name="connsiteY17" fmla="*/ 0 h 386715"/>
                <a:gd name="connsiteX18" fmla="*/ 100965 w 225742"/>
                <a:gd name="connsiteY18" fmla="*/ 36195 h 386715"/>
                <a:gd name="connsiteX19" fmla="*/ 63817 w 225742"/>
                <a:gd name="connsiteY19" fmla="*/ 72390 h 386715"/>
                <a:gd name="connsiteX20" fmla="*/ 103822 w 225742"/>
                <a:gd name="connsiteY20" fmla="*/ 340042 h 386715"/>
                <a:gd name="connsiteX21" fmla="*/ 164783 w 225742"/>
                <a:gd name="connsiteY21" fmla="*/ 307658 h 386715"/>
                <a:gd name="connsiteX22" fmla="*/ 164783 w 225742"/>
                <a:gd name="connsiteY22" fmla="*/ 260985 h 386715"/>
                <a:gd name="connsiteX23" fmla="*/ 120967 w 225742"/>
                <a:gd name="connsiteY23" fmla="*/ 256222 h 386715"/>
                <a:gd name="connsiteX24" fmla="*/ 59055 w 225742"/>
                <a:gd name="connsiteY24" fmla="*/ 300038 h 386715"/>
                <a:gd name="connsiteX25" fmla="*/ 103822 w 225742"/>
                <a:gd name="connsiteY25" fmla="*/ 340042 h 386715"/>
                <a:gd name="connsiteX26" fmla="*/ 172403 w 225742"/>
                <a:gd name="connsiteY26" fmla="*/ 72390 h 386715"/>
                <a:gd name="connsiteX27" fmla="*/ 135255 w 225742"/>
                <a:gd name="connsiteY27" fmla="*/ 36195 h 386715"/>
                <a:gd name="connsiteX28" fmla="*/ 172403 w 225742"/>
                <a:gd name="connsiteY28" fmla="*/ 0 h 386715"/>
                <a:gd name="connsiteX29" fmla="*/ 209550 w 225742"/>
                <a:gd name="connsiteY29" fmla="*/ 36195 h 386715"/>
                <a:gd name="connsiteX30" fmla="*/ 172403 w 225742"/>
                <a:gd name="connsiteY30" fmla="*/ 72390 h 38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5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1AE128CD-EB21-4D9D-BBA0-37A4055A2285}"/>
                </a:ext>
              </a:extLst>
            </p:cNvPr>
            <p:cNvSpPr/>
            <p:nvPr/>
          </p:nvSpPr>
          <p:spPr>
            <a:xfrm>
              <a:off x="6874192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2870 w 165734"/>
                <a:gd name="connsiteY13" fmla="*/ 138113 h 358140"/>
                <a:gd name="connsiteX14" fmla="*/ 102870 w 165734"/>
                <a:gd name="connsiteY14" fmla="*/ 269558 h 358140"/>
                <a:gd name="connsiteX15" fmla="*/ 131445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2870" y="138113"/>
                  </a:lnTo>
                  <a:lnTo>
                    <a:pt x="102870" y="269558"/>
                  </a:lnTo>
                  <a:cubicBezTo>
                    <a:pt x="102870" y="294322"/>
                    <a:pt x="111443" y="304800"/>
                    <a:pt x="131445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3" name="Freihandform: Form 43">
            <a:extLst>
              <a:ext uri="{FF2B5EF4-FFF2-40B4-BE49-F238E27FC236}">
                <a16:creationId xmlns:a16="http://schemas.microsoft.com/office/drawing/2014/main" id="{6F8C6BEF-95E6-9B11-1C21-0A454E1C7E3E}"/>
              </a:ext>
            </a:extLst>
          </p:cNvPr>
          <p:cNvSpPr>
            <a:spLocks noChangeAspect="1"/>
          </p:cNvSpPr>
          <p:nvPr userDrawn="1"/>
        </p:nvSpPr>
        <p:spPr>
          <a:xfrm>
            <a:off x="10499081" y="282391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316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CD40DCC6-7D75-FE3F-0858-D6E0556A8F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5157" y="275534"/>
            <a:ext cx="1162286" cy="406800"/>
          </a:xfrm>
          <a:prstGeom prst="rect">
            <a:avLst/>
          </a:prstGeom>
        </p:spPr>
      </p:pic>
      <p:pic>
        <p:nvPicPr>
          <p:cNvPr id="8" name="Siemens Healthineers logo">
            <a:extLst>
              <a:ext uri="{FF2B5EF4-FFF2-40B4-BE49-F238E27FC236}">
                <a16:creationId xmlns:a16="http://schemas.microsoft.com/office/drawing/2014/main" id="{725846DA-726D-901B-E60B-74E3DC2586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8872904" y="319277"/>
            <a:ext cx="1453447" cy="345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606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C6F2-BFE9-4DA1-8335-8212BBEBDEDB}" type="datetime4">
              <a:rPr lang="de-DE" smtClean="0"/>
              <a:t>14. Oktober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BF8056C4-F1A1-4860-B863-70A38CCE20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A4B92765-C038-4DB7-B6CF-33827BB874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02 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B48DD939-0764-4598-B8A8-5EF7FD589A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0169AC75-2D8F-414A-A2F5-470DEC8B53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05 </a:t>
            </a:r>
          </a:p>
        </p:txBody>
      </p:sp>
      <p:sp>
        <p:nvSpPr>
          <p:cNvPr id="17" name="Textplatzhalter 6">
            <a:extLst>
              <a:ext uri="{FF2B5EF4-FFF2-40B4-BE49-F238E27FC236}">
                <a16:creationId xmlns:a16="http://schemas.microsoft.com/office/drawing/2014/main" id="{78F9E3F2-C660-4ABB-83AF-3F5B3E2F770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CAB2683D-D5E7-45B9-9133-F4CFD483FA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03 </a:t>
            </a:r>
          </a:p>
        </p:txBody>
      </p:sp>
      <p:sp>
        <p:nvSpPr>
          <p:cNvPr id="20" name="Textplatzhalter 6">
            <a:extLst>
              <a:ext uri="{FF2B5EF4-FFF2-40B4-BE49-F238E27FC236}">
                <a16:creationId xmlns:a16="http://schemas.microsoft.com/office/drawing/2014/main" id="{952E3AD3-9675-4713-A437-FEFA1B54002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21" name="Textplatzhalter 6">
            <a:extLst>
              <a:ext uri="{FF2B5EF4-FFF2-40B4-BE49-F238E27FC236}">
                <a16:creationId xmlns:a16="http://schemas.microsoft.com/office/drawing/2014/main" id="{1852432A-5FDF-42C2-BC07-F1752012B8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04 </a:t>
            </a:r>
          </a:p>
        </p:txBody>
      </p:sp>
      <p:sp>
        <p:nvSpPr>
          <p:cNvPr id="24" name="Textplatzhalter 6">
            <a:extLst>
              <a:ext uri="{FF2B5EF4-FFF2-40B4-BE49-F238E27FC236}">
                <a16:creationId xmlns:a16="http://schemas.microsoft.com/office/drawing/2014/main" id="{B2468A8B-4816-458C-AEB6-53AB9CF88AF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25" name="Textplatzhalter 6">
            <a:extLst>
              <a:ext uri="{FF2B5EF4-FFF2-40B4-BE49-F238E27FC236}">
                <a16:creationId xmlns:a16="http://schemas.microsoft.com/office/drawing/2014/main" id="{F92C0AC2-BCD1-47F5-99DB-35823E79AB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06 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6E5C8951-ED83-4B8D-A041-11DC6291DD8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36190" y="1632184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7D6B79FA-8C76-4CA9-AF55-F7541503ECB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06332" y="1632184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07 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89249A36-CB58-4007-8E81-30FA75194BA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36190" y="2355533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953A9A61-99D0-44B5-89EB-1D1035F914B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06332" y="2355533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08 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E80B7F99-D2A6-486E-BB92-8192AB563EF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36190" y="452558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C08D70F6-D151-42E1-8F5E-DD5ADD0927D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06332" y="4525580"/>
            <a:ext cx="30784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11 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34991AD2-EBFD-4358-9611-2BE7F693C7F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36190" y="3078882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E6132B6E-46AD-4F19-ACEF-FC5E2EBEEE7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06332" y="3078882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09 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5B29B58B-9C14-4145-95A8-C62AC51F1A6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36190" y="3802231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6DB4F9-1F61-4B1E-8694-CF32F6ABEB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6332" y="380223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10 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139CCA6-FA40-4FAD-991E-8F0D932F40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636190" y="524893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37" name="Textplatzhalter 6">
            <a:extLst>
              <a:ext uri="{FF2B5EF4-FFF2-40B4-BE49-F238E27FC236}">
                <a16:creationId xmlns:a16="http://schemas.microsoft.com/office/drawing/2014/main" id="{4ABC58A4-2FF6-4DD6-B7CE-07D57A9854B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06332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12 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83D1D4D-3108-48AF-9002-E2787CA11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8" name="Textplatzhalter 9">
            <a:extLst>
              <a:ext uri="{FF2B5EF4-FFF2-40B4-BE49-F238E27FC236}">
                <a16:creationId xmlns:a16="http://schemas.microsoft.com/office/drawing/2014/main" id="{37A4DE60-6537-42AA-B80E-663634EF66B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9" name="Textplatzhalter 6">
            <a:extLst>
              <a:ext uri="{FF2B5EF4-FFF2-40B4-BE49-F238E27FC236}">
                <a16:creationId xmlns:a16="http://schemas.microsoft.com/office/drawing/2014/main" id="{D6F3326C-A71E-4096-84A9-CBF2623C8C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40" name="Textplatzhalter 6">
            <a:extLst>
              <a:ext uri="{FF2B5EF4-FFF2-40B4-BE49-F238E27FC236}">
                <a16:creationId xmlns:a16="http://schemas.microsoft.com/office/drawing/2014/main" id="{E6C7796D-6ED1-4B91-AD58-8FB5EA6F6F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01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A6A4E3-37BF-F63A-8A37-24AC7D82F1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70214" y="301185"/>
            <a:ext cx="1585912" cy="372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016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|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0691-36C4-442B-801E-F5F906A331D4}" type="datetime4">
              <a:rPr lang="de-DE" smtClean="0"/>
              <a:t>14. Oktober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39" name="Bildplatzhalter 8">
            <a:extLst>
              <a:ext uri="{FF2B5EF4-FFF2-40B4-BE49-F238E27FC236}">
                <a16:creationId xmlns:a16="http://schemas.microsoft.com/office/drawing/2014/main" id="{C307E1A8-BB91-4A01-9481-49FD8B5663F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40" name="Textplatzhalter 10">
            <a:extLst>
              <a:ext uri="{FF2B5EF4-FFF2-40B4-BE49-F238E27FC236}">
                <a16:creationId xmlns:a16="http://schemas.microsoft.com/office/drawing/2014/main" id="{7ADEC47A-086D-40D0-ACA4-69135933812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06329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Textplatzhalter 6">
            <a:extLst>
              <a:ext uri="{FF2B5EF4-FFF2-40B4-BE49-F238E27FC236}">
                <a16:creationId xmlns:a16="http://schemas.microsoft.com/office/drawing/2014/main" id="{814385D7-3CBE-40E3-B67F-C8C515F3C0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BF0108A6-83E5-4EB1-9FFE-599D1B8CC3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02 </a:t>
            </a:r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267C2477-3228-475F-AFD7-A441A08AAE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372EDABB-0CB3-495E-B38E-EBB187C3F0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05 </a:t>
            </a:r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F8DE391A-D3CD-46A0-9DA6-BE18B632C97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6D22FFA5-3E37-4F35-A696-49186B6B11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03 </a:t>
            </a:r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BFD50D54-7BD1-4F76-8C9C-C2D77E5924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1CB17604-E112-4197-B54C-292891529DF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04 </a:t>
            </a:r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D30B4D90-1B5E-403E-AD31-C3200403209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72B1944A-640B-4200-A785-CFA163F718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06 </a:t>
            </a:r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CB7BBA-6A53-45DD-882E-1DF6A99780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E56B6C1-047C-44D7-B1DD-8B723581E0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01 </a:t>
            </a:r>
          </a:p>
        </p:txBody>
      </p:sp>
      <p:sp>
        <p:nvSpPr>
          <p:cNvPr id="21" name="Bildplatzhalter 6">
            <a:extLst>
              <a:ext uri="{FF2B5EF4-FFF2-40B4-BE49-F238E27FC236}">
                <a16:creationId xmlns:a16="http://schemas.microsoft.com/office/drawing/2014/main" id="{8F4DFED6-EBAA-4D0C-A5C6-CD2902883FB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65D3C98-AF8F-400F-858D-1D6CD4B9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4" name="Textplatzhalter 9">
            <a:extLst>
              <a:ext uri="{FF2B5EF4-FFF2-40B4-BE49-F238E27FC236}">
                <a16:creationId xmlns:a16="http://schemas.microsoft.com/office/drawing/2014/main" id="{E94ED47E-AE0F-46CF-A861-AA42DCC1736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451590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8" y="2875002"/>
            <a:ext cx="11157743" cy="1107996"/>
          </a:xfrm>
        </p:spPr>
        <p:txBody>
          <a:bodyPr anchor="ctr" anchorCtr="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de-DE"/>
              <a:t>Kapiteltrenner</a:t>
            </a:r>
            <a:br>
              <a:rPr lang="de-DE"/>
            </a:br>
            <a:r>
              <a:rPr lang="de-DE"/>
              <a:t>Mehrzeilig möglich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DBE663-8CF8-4EA4-AF83-5C771F9A06FE}" type="datetime4">
              <a:rPr lang="de-DE" smtClean="0"/>
              <a:t>14. Oktober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Technische Fakultät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7987594-F169-42FB-8839-77BF8D405E37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9A6E8BA9-5951-4163-8A80-4621C65DA816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59DAB7DF-1308-4B09-91FE-7DF38D6584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87654828-5D94-4A05-BD5F-25792A149E05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9D3F2F75-1623-4F64-97FE-EA0C4D9FABDC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042E0F0-49A6-465F-A607-A4C2EFB548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9D612980-2A2D-4E94-8238-9C67C608554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2CE76F8C-9B22-4BB3-B2D6-15EC2A58C7A7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843E82-BEFA-4CF2-BA2F-3C80060D31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4762BE88-2459-479F-84FF-4DF483AA142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104E26F8-EA1A-4C6F-92E1-8F6F98ABFA1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1A8A854C-301D-4327-AEA2-BCC20A8872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5A547124-456E-49C6-8FC8-111D0AAFEB7F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73B26B5D-1FEC-45B5-B34A-6A1B50955F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3423A679-4F5C-456E-AB6C-7A18EA3E5BA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69754FAD-5E71-4087-B3E8-0FEC37E0D864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7C156EC4-BDB3-4DEA-9B78-E98FCFD2F54B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9E9C384D-D46B-429F-9A97-86F6E3560FE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64B7918E-86D1-49EB-8917-1468D42A6E25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750A6733-FD78-4442-98B4-E2BED64B460F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77BB574D-D198-49E4-874D-732C0CBD5BF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67A72ACB-A6A0-450F-A8F3-9CA35EFC5560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4970FA2-8D2D-462F-BD21-BDE052DC582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A7C30986-FB99-416E-BC3E-3BAEC067C11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4CE018F4-A860-49B3-B4CD-A328759F15C6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7C2BACBD-0A67-4A9A-B5DC-10C76F5DE4C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5" name="Gerader Verbinder 84">
              <a:extLst>
                <a:ext uri="{FF2B5EF4-FFF2-40B4-BE49-F238E27FC236}">
                  <a16:creationId xmlns:a16="http://schemas.microsoft.com/office/drawing/2014/main" id="{65F81584-9968-42FA-B3A9-1C13CEAE92A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feld 85">
              <a:extLst>
                <a:ext uri="{FF2B5EF4-FFF2-40B4-BE49-F238E27FC236}">
                  <a16:creationId xmlns:a16="http://schemas.microsoft.com/office/drawing/2014/main" id="{B6D353C6-61DE-4475-8AC6-6D8AF12D49FB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7" name="Gerader Verbinder 86">
            <a:extLst>
              <a:ext uri="{FF2B5EF4-FFF2-40B4-BE49-F238E27FC236}">
                <a16:creationId xmlns:a16="http://schemas.microsoft.com/office/drawing/2014/main" id="{935008F2-D1D5-498F-9932-727B677C0ADE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9E72FA59-B055-4F1F-8F32-E797C18F96F9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9" name="Gerader Verbinder 88">
              <a:extLst>
                <a:ext uri="{FF2B5EF4-FFF2-40B4-BE49-F238E27FC236}">
                  <a16:creationId xmlns:a16="http://schemas.microsoft.com/office/drawing/2014/main" id="{B89FA96C-C88D-4C6A-BE88-F3E3083BC5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CD67028C-ACEA-4E1C-BF3F-B09177D4335E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sp>
        <p:nvSpPr>
          <p:cNvPr id="112" name="Freihandform: Form 5">
            <a:extLst>
              <a:ext uri="{FF2B5EF4-FFF2-40B4-BE49-F238E27FC236}">
                <a16:creationId xmlns:a16="http://schemas.microsoft.com/office/drawing/2014/main" id="{119C2D38-6D52-43CA-865C-B2C0E98801CF}"/>
              </a:ext>
            </a:extLst>
          </p:cNvPr>
          <p:cNvSpPr/>
          <p:nvPr userDrawn="1"/>
        </p:nvSpPr>
        <p:spPr>
          <a:xfrm>
            <a:off x="529969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113" name="Grafik 3">
            <a:extLst>
              <a:ext uri="{FF2B5EF4-FFF2-40B4-BE49-F238E27FC236}">
                <a16:creationId xmlns:a16="http://schemas.microsoft.com/office/drawing/2014/main" id="{23957A41-F237-4356-B4B0-7559DF9DD873}"/>
              </a:ext>
            </a:extLst>
          </p:cNvPr>
          <p:cNvGrpSpPr/>
          <p:nvPr userDrawn="1"/>
        </p:nvGrpSpPr>
        <p:grpSpPr>
          <a:xfrm>
            <a:off x="2344120" y="293688"/>
            <a:ext cx="2594512" cy="327278"/>
            <a:chOff x="2242184" y="2525076"/>
            <a:chExt cx="7709534" cy="972502"/>
          </a:xfrm>
          <a:solidFill>
            <a:schemeClr val="tx1"/>
          </a:solidFill>
        </p:grpSpPr>
        <p:sp>
          <p:nvSpPr>
            <p:cNvPr id="114" name="Freihandform: Form 139">
              <a:extLst>
                <a:ext uri="{FF2B5EF4-FFF2-40B4-BE49-F238E27FC236}">
                  <a16:creationId xmlns:a16="http://schemas.microsoft.com/office/drawing/2014/main" id="{BBB9373D-04F7-4165-9F98-FBB4993142A3}"/>
                </a:ext>
              </a:extLst>
            </p:cNvPr>
            <p:cNvSpPr/>
            <p:nvPr/>
          </p:nvSpPr>
          <p:spPr>
            <a:xfrm>
              <a:off x="2269806" y="2545079"/>
              <a:ext cx="232409" cy="369569"/>
            </a:xfrm>
            <a:custGeom>
              <a:avLst/>
              <a:gdLst>
                <a:gd name="connsiteX0" fmla="*/ 232410 w 232409"/>
                <a:gd name="connsiteY0" fmla="*/ 60960 h 369569"/>
                <a:gd name="connsiteX1" fmla="*/ 65723 w 232409"/>
                <a:gd name="connsiteY1" fmla="*/ 60960 h 369569"/>
                <a:gd name="connsiteX2" fmla="*/ 65723 w 232409"/>
                <a:gd name="connsiteY2" fmla="*/ 152400 h 369569"/>
                <a:gd name="connsiteX3" fmla="*/ 189547 w 232409"/>
                <a:gd name="connsiteY3" fmla="*/ 152400 h 369569"/>
                <a:gd name="connsiteX4" fmla="*/ 189547 w 232409"/>
                <a:gd name="connsiteY4" fmla="*/ 212408 h 369569"/>
                <a:gd name="connsiteX5" fmla="*/ 65723 w 232409"/>
                <a:gd name="connsiteY5" fmla="*/ 212408 h 369569"/>
                <a:gd name="connsiteX6" fmla="*/ 65723 w 232409"/>
                <a:gd name="connsiteY6" fmla="*/ 369570 h 369569"/>
                <a:gd name="connsiteX7" fmla="*/ 0 w 232409"/>
                <a:gd name="connsiteY7" fmla="*/ 369570 h 369569"/>
                <a:gd name="connsiteX8" fmla="*/ 0 w 232409"/>
                <a:gd name="connsiteY8" fmla="*/ 0 h 369569"/>
                <a:gd name="connsiteX9" fmla="*/ 231458 w 232409"/>
                <a:gd name="connsiteY9" fmla="*/ 0 h 369569"/>
                <a:gd name="connsiteX10" fmla="*/ 231458 w 232409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09" h="369569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5" name="Freihandform: Form 140">
              <a:extLst>
                <a:ext uri="{FF2B5EF4-FFF2-40B4-BE49-F238E27FC236}">
                  <a16:creationId xmlns:a16="http://schemas.microsoft.com/office/drawing/2014/main" id="{08B3F6FF-42CE-4899-BF5E-5017EFCD1F4B}"/>
                </a:ext>
              </a:extLst>
            </p:cNvPr>
            <p:cNvSpPr/>
            <p:nvPr/>
          </p:nvSpPr>
          <p:spPr>
            <a:xfrm>
              <a:off x="2538412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6" name="Freihandform: Form 141">
              <a:extLst>
                <a:ext uri="{FF2B5EF4-FFF2-40B4-BE49-F238E27FC236}">
                  <a16:creationId xmlns:a16="http://schemas.microsoft.com/office/drawing/2014/main" id="{32937E29-7D13-40A8-987C-D14E3C90D989}"/>
                </a:ext>
              </a:extLst>
            </p:cNvPr>
            <p:cNvSpPr/>
            <p:nvPr/>
          </p:nvSpPr>
          <p:spPr>
            <a:xfrm>
              <a:off x="2743199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7" name="Freihandform: Form 142">
              <a:extLst>
                <a:ext uri="{FF2B5EF4-FFF2-40B4-BE49-F238E27FC236}">
                  <a16:creationId xmlns:a16="http://schemas.microsoft.com/office/drawing/2014/main" id="{8D36457D-1C96-4339-9B0C-0C96E1079176}"/>
                </a:ext>
              </a:extLst>
            </p:cNvPr>
            <p:cNvSpPr/>
            <p:nvPr/>
          </p:nvSpPr>
          <p:spPr>
            <a:xfrm>
              <a:off x="2879407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8" name="Freihandform: Form 143">
              <a:extLst>
                <a:ext uri="{FF2B5EF4-FFF2-40B4-BE49-F238E27FC236}">
                  <a16:creationId xmlns:a16="http://schemas.microsoft.com/office/drawing/2014/main" id="{EA89F3BC-48BE-4A65-9CC9-D8235AA0B3BC}"/>
                </a:ext>
              </a:extLst>
            </p:cNvPr>
            <p:cNvSpPr/>
            <p:nvPr/>
          </p:nvSpPr>
          <p:spPr>
            <a:xfrm>
              <a:off x="317753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2 w 248602"/>
                <a:gd name="connsiteY5" fmla="*/ 0 h 396239"/>
                <a:gd name="connsiteX6" fmla="*/ 248602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0960 w 248602"/>
                <a:gd name="connsiteY12" fmla="*/ 255270 h 396239"/>
                <a:gd name="connsiteX13" fmla="*/ 122872 w 248602"/>
                <a:gd name="connsiteY13" fmla="*/ 340995 h 396239"/>
                <a:gd name="connsiteX14" fmla="*/ 186690 w 248602"/>
                <a:gd name="connsiteY14" fmla="*/ 305753 h 396239"/>
                <a:gd name="connsiteX15" fmla="*/ 186690 w 248602"/>
                <a:gd name="connsiteY15" fmla="*/ 207645 h 396239"/>
                <a:gd name="connsiteX16" fmla="*/ 122872 w 248602"/>
                <a:gd name="connsiteY16" fmla="*/ 172402 h 396239"/>
                <a:gd name="connsiteX17" fmla="*/ 60960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9" name="Freihandform: Form 144">
              <a:extLst>
                <a:ext uri="{FF2B5EF4-FFF2-40B4-BE49-F238E27FC236}">
                  <a16:creationId xmlns:a16="http://schemas.microsoft.com/office/drawing/2014/main" id="{F65656D3-60E3-4828-9C23-2FA2F520A101}"/>
                </a:ext>
              </a:extLst>
            </p:cNvPr>
            <p:cNvSpPr/>
            <p:nvPr/>
          </p:nvSpPr>
          <p:spPr>
            <a:xfrm>
              <a:off x="3509009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0" name="Freihandform: Form 145">
              <a:extLst>
                <a:ext uri="{FF2B5EF4-FFF2-40B4-BE49-F238E27FC236}">
                  <a16:creationId xmlns:a16="http://schemas.microsoft.com/office/drawing/2014/main" id="{E4AC2B04-2225-4F1B-8449-47C1686880C0}"/>
                </a:ext>
              </a:extLst>
            </p:cNvPr>
            <p:cNvSpPr/>
            <p:nvPr/>
          </p:nvSpPr>
          <p:spPr>
            <a:xfrm>
              <a:off x="3712844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1438 w 79057"/>
                <a:gd name="connsiteY5" fmla="*/ 384810 h 384810"/>
                <a:gd name="connsiteX6" fmla="*/ 9525 w 79057"/>
                <a:gd name="connsiteY6" fmla="*/ 384810 h 384810"/>
                <a:gd name="connsiteX7" fmla="*/ 9525 w 79057"/>
                <a:gd name="connsiteY7" fmla="*/ 118110 h 384810"/>
                <a:gd name="connsiteX8" fmla="*/ 71438 w 79057"/>
                <a:gd name="connsiteY8" fmla="*/ 118110 h 384810"/>
                <a:gd name="connsiteX9" fmla="*/ 71438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1" name="Freihandform: Form 146">
              <a:extLst>
                <a:ext uri="{FF2B5EF4-FFF2-40B4-BE49-F238E27FC236}">
                  <a16:creationId xmlns:a16="http://schemas.microsoft.com/office/drawing/2014/main" id="{4F6952C6-FC0F-436D-AE8C-CEF0BD0A2CAE}"/>
                </a:ext>
              </a:extLst>
            </p:cNvPr>
            <p:cNvSpPr/>
            <p:nvPr/>
          </p:nvSpPr>
          <p:spPr>
            <a:xfrm>
              <a:off x="3850957" y="2640329"/>
              <a:ext cx="224789" cy="280034"/>
            </a:xfrm>
            <a:custGeom>
              <a:avLst/>
              <a:gdLst>
                <a:gd name="connsiteX0" fmla="*/ 222885 w 224789"/>
                <a:gd name="connsiteY0" fmla="*/ 237172 h 280034"/>
                <a:gd name="connsiteX1" fmla="*/ 127635 w 224789"/>
                <a:gd name="connsiteY1" fmla="*/ 280035 h 280034"/>
                <a:gd name="connsiteX2" fmla="*/ 0 w 224789"/>
                <a:gd name="connsiteY2" fmla="*/ 140970 h 280034"/>
                <a:gd name="connsiteX3" fmla="*/ 128588 w 224789"/>
                <a:gd name="connsiteY3" fmla="*/ 0 h 280034"/>
                <a:gd name="connsiteX4" fmla="*/ 224790 w 224789"/>
                <a:gd name="connsiteY4" fmla="*/ 45720 h 280034"/>
                <a:gd name="connsiteX5" fmla="*/ 181927 w 224789"/>
                <a:gd name="connsiteY5" fmla="*/ 86678 h 280034"/>
                <a:gd name="connsiteX6" fmla="*/ 128588 w 224789"/>
                <a:gd name="connsiteY6" fmla="*/ 57150 h 280034"/>
                <a:gd name="connsiteX7" fmla="*/ 62865 w 224789"/>
                <a:gd name="connsiteY7" fmla="*/ 140018 h 280034"/>
                <a:gd name="connsiteX8" fmla="*/ 128588 w 224789"/>
                <a:gd name="connsiteY8" fmla="*/ 222885 h 280034"/>
                <a:gd name="connsiteX9" fmla="*/ 183833 w 224789"/>
                <a:gd name="connsiteY9" fmla="*/ 193358 h 280034"/>
                <a:gd name="connsiteX10" fmla="*/ 222885 w 224789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2" name="Freihandform: Form 147">
              <a:extLst>
                <a:ext uri="{FF2B5EF4-FFF2-40B4-BE49-F238E27FC236}">
                  <a16:creationId xmlns:a16="http://schemas.microsoft.com/office/drawing/2014/main" id="{15DCB4F6-FF7C-4FF7-BAC8-3561AAD428B1}"/>
                </a:ext>
              </a:extLst>
            </p:cNvPr>
            <p:cNvSpPr/>
            <p:nvPr/>
          </p:nvSpPr>
          <p:spPr>
            <a:xfrm>
              <a:off x="4129087" y="2525076"/>
              <a:ext cx="229552" cy="389572"/>
            </a:xfrm>
            <a:custGeom>
              <a:avLst/>
              <a:gdLst>
                <a:gd name="connsiteX0" fmla="*/ 229553 w 229552"/>
                <a:gd name="connsiteY0" fmla="*/ 388620 h 389572"/>
                <a:gd name="connsiteX1" fmla="*/ 167640 w 229552"/>
                <a:gd name="connsiteY1" fmla="*/ 388620 h 389572"/>
                <a:gd name="connsiteX2" fmla="*/ 167640 w 229552"/>
                <a:gd name="connsiteY2" fmla="*/ 236220 h 389572"/>
                <a:gd name="connsiteX3" fmla="*/ 118110 w 229552"/>
                <a:gd name="connsiteY3" fmla="*/ 171450 h 389572"/>
                <a:gd name="connsiteX4" fmla="*/ 62865 w 229552"/>
                <a:gd name="connsiteY4" fmla="*/ 236220 h 389572"/>
                <a:gd name="connsiteX5" fmla="*/ 62865 w 229552"/>
                <a:gd name="connsiteY5" fmla="*/ 389573 h 389572"/>
                <a:gd name="connsiteX6" fmla="*/ 0 w 229552"/>
                <a:gd name="connsiteY6" fmla="*/ 389573 h 389572"/>
                <a:gd name="connsiteX7" fmla="*/ 0 w 229552"/>
                <a:gd name="connsiteY7" fmla="*/ 15240 h 389572"/>
                <a:gd name="connsiteX8" fmla="*/ 61913 w 229552"/>
                <a:gd name="connsiteY8" fmla="*/ 0 h 389572"/>
                <a:gd name="connsiteX9" fmla="*/ 61913 w 229552"/>
                <a:gd name="connsiteY9" fmla="*/ 155258 h 389572"/>
                <a:gd name="connsiteX10" fmla="*/ 62865 w 229552"/>
                <a:gd name="connsiteY10" fmla="*/ 155258 h 389572"/>
                <a:gd name="connsiteX11" fmla="*/ 140970 w 229552"/>
                <a:gd name="connsiteY11" fmla="*/ 116205 h 389572"/>
                <a:gd name="connsiteX12" fmla="*/ 228600 w 229552"/>
                <a:gd name="connsiteY12" fmla="*/ 223838 h 389572"/>
                <a:gd name="connsiteX13" fmla="*/ 228600 w 229552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389572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3" name="Freihandform: Form 148">
              <a:extLst>
                <a:ext uri="{FF2B5EF4-FFF2-40B4-BE49-F238E27FC236}">
                  <a16:creationId xmlns:a16="http://schemas.microsoft.com/office/drawing/2014/main" id="{BF3AABC7-4C1B-43CF-BA45-59CA377A3CF3}"/>
                </a:ext>
              </a:extLst>
            </p:cNvPr>
            <p:cNvSpPr/>
            <p:nvPr/>
          </p:nvSpPr>
          <p:spPr>
            <a:xfrm>
              <a:off x="4430077" y="2721291"/>
              <a:ext cx="130492" cy="59055"/>
            </a:xfrm>
            <a:custGeom>
              <a:avLst/>
              <a:gdLst>
                <a:gd name="connsiteX0" fmla="*/ 130492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2 w 130492"/>
                <a:gd name="connsiteY3" fmla="*/ 0 h 59055"/>
                <a:gd name="connsiteX4" fmla="*/ 130492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4" name="Freihandform: Form 149">
              <a:extLst>
                <a:ext uri="{FF2B5EF4-FFF2-40B4-BE49-F238E27FC236}">
                  <a16:creationId xmlns:a16="http://schemas.microsoft.com/office/drawing/2014/main" id="{403761C7-8EC4-44A1-9B2C-289F48F87280}"/>
                </a:ext>
              </a:extLst>
            </p:cNvPr>
            <p:cNvSpPr/>
            <p:nvPr/>
          </p:nvSpPr>
          <p:spPr>
            <a:xfrm>
              <a:off x="4593906" y="2545079"/>
              <a:ext cx="342900" cy="368617"/>
            </a:xfrm>
            <a:custGeom>
              <a:avLst/>
              <a:gdLst>
                <a:gd name="connsiteX0" fmla="*/ 136208 w 342900"/>
                <a:gd name="connsiteY0" fmla="*/ 0 h 368617"/>
                <a:gd name="connsiteX1" fmla="*/ 205740 w 342900"/>
                <a:gd name="connsiteY1" fmla="*/ 0 h 368617"/>
                <a:gd name="connsiteX2" fmla="*/ 342900 w 342900"/>
                <a:gd name="connsiteY2" fmla="*/ 368618 h 368617"/>
                <a:gd name="connsiteX3" fmla="*/ 271463 w 342900"/>
                <a:gd name="connsiteY3" fmla="*/ 368618 h 368617"/>
                <a:gd name="connsiteX4" fmla="*/ 244793 w 342900"/>
                <a:gd name="connsiteY4" fmla="*/ 290512 h 368617"/>
                <a:gd name="connsiteX5" fmla="*/ 96203 w 342900"/>
                <a:gd name="connsiteY5" fmla="*/ 290512 h 368617"/>
                <a:gd name="connsiteX6" fmla="*/ 69533 w 342900"/>
                <a:gd name="connsiteY6" fmla="*/ 368618 h 368617"/>
                <a:gd name="connsiteX7" fmla="*/ 0 w 342900"/>
                <a:gd name="connsiteY7" fmla="*/ 368618 h 368617"/>
                <a:gd name="connsiteX8" fmla="*/ 136208 w 342900"/>
                <a:gd name="connsiteY8" fmla="*/ 0 h 368617"/>
                <a:gd name="connsiteX9" fmla="*/ 116205 w 342900"/>
                <a:gd name="connsiteY9" fmla="*/ 231458 h 368617"/>
                <a:gd name="connsiteX10" fmla="*/ 223838 w 342900"/>
                <a:gd name="connsiteY10" fmla="*/ 231458 h 368617"/>
                <a:gd name="connsiteX11" fmla="*/ 170498 w 342900"/>
                <a:gd name="connsiteY11" fmla="*/ 75247 h 368617"/>
                <a:gd name="connsiteX12" fmla="*/ 169545 w 342900"/>
                <a:gd name="connsiteY12" fmla="*/ 75247 h 368617"/>
                <a:gd name="connsiteX13" fmla="*/ 116205 w 342900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900" h="368617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5" name="Freihandform: Form 150">
              <a:extLst>
                <a:ext uri="{FF2B5EF4-FFF2-40B4-BE49-F238E27FC236}">
                  <a16:creationId xmlns:a16="http://schemas.microsoft.com/office/drawing/2014/main" id="{39B9CE49-0194-4C1A-A04F-5E62713FAD45}"/>
                </a:ext>
              </a:extLst>
            </p:cNvPr>
            <p:cNvSpPr/>
            <p:nvPr/>
          </p:nvSpPr>
          <p:spPr>
            <a:xfrm>
              <a:off x="4992052" y="2525076"/>
              <a:ext cx="61912" cy="388620"/>
            </a:xfrm>
            <a:custGeom>
              <a:avLst/>
              <a:gdLst>
                <a:gd name="connsiteX0" fmla="*/ 61913 w 61912"/>
                <a:gd name="connsiteY0" fmla="*/ 388620 h 388620"/>
                <a:gd name="connsiteX1" fmla="*/ 0 w 61912"/>
                <a:gd name="connsiteY1" fmla="*/ 388620 h 388620"/>
                <a:gd name="connsiteX2" fmla="*/ 0 w 61912"/>
                <a:gd name="connsiteY2" fmla="*/ 14288 h 388620"/>
                <a:gd name="connsiteX3" fmla="*/ 61913 w 61912"/>
                <a:gd name="connsiteY3" fmla="*/ 0 h 388620"/>
                <a:gd name="connsiteX4" fmla="*/ 61913 w 61912"/>
                <a:gd name="connsiteY4" fmla="*/ 388620 h 38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862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6" name="Freihandform: Form 151">
              <a:extLst>
                <a:ext uri="{FF2B5EF4-FFF2-40B4-BE49-F238E27FC236}">
                  <a16:creationId xmlns:a16="http://schemas.microsoft.com/office/drawing/2014/main" id="{6B663315-781A-4B6B-BF03-7921F33C0003}"/>
                </a:ext>
              </a:extLst>
            </p:cNvPr>
            <p:cNvSpPr/>
            <p:nvPr/>
          </p:nvSpPr>
          <p:spPr>
            <a:xfrm>
              <a:off x="512063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7" name="Freihandform: Form 152">
              <a:extLst>
                <a:ext uri="{FF2B5EF4-FFF2-40B4-BE49-F238E27FC236}">
                  <a16:creationId xmlns:a16="http://schemas.microsoft.com/office/drawing/2014/main" id="{9F674B4E-402B-4E4E-8CE3-5AF60E2D6670}"/>
                </a:ext>
              </a:extLst>
            </p:cNvPr>
            <p:cNvSpPr/>
            <p:nvPr/>
          </p:nvSpPr>
          <p:spPr>
            <a:xfrm>
              <a:off x="5397817" y="2646997"/>
              <a:ext cx="255269" cy="266700"/>
            </a:xfrm>
            <a:custGeom>
              <a:avLst/>
              <a:gdLst>
                <a:gd name="connsiteX0" fmla="*/ 255270 w 255269"/>
                <a:gd name="connsiteY0" fmla="*/ 266700 h 266700"/>
                <a:gd name="connsiteX1" fmla="*/ 183832 w 255269"/>
                <a:gd name="connsiteY1" fmla="*/ 266700 h 266700"/>
                <a:gd name="connsiteX2" fmla="*/ 126682 w 255269"/>
                <a:gd name="connsiteY2" fmla="*/ 174307 h 266700"/>
                <a:gd name="connsiteX3" fmla="*/ 125730 w 255269"/>
                <a:gd name="connsiteY3" fmla="*/ 174307 h 266700"/>
                <a:gd name="connsiteX4" fmla="*/ 70485 w 255269"/>
                <a:gd name="connsiteY4" fmla="*/ 266700 h 266700"/>
                <a:gd name="connsiteX5" fmla="*/ 0 w 255269"/>
                <a:gd name="connsiteY5" fmla="*/ 266700 h 266700"/>
                <a:gd name="connsiteX6" fmla="*/ 91440 w 255269"/>
                <a:gd name="connsiteY6" fmla="*/ 128588 h 266700"/>
                <a:gd name="connsiteX7" fmla="*/ 6667 w 255269"/>
                <a:gd name="connsiteY7" fmla="*/ 0 h 266700"/>
                <a:gd name="connsiteX8" fmla="*/ 77152 w 255269"/>
                <a:gd name="connsiteY8" fmla="*/ 0 h 266700"/>
                <a:gd name="connsiteX9" fmla="*/ 127635 w 255269"/>
                <a:gd name="connsiteY9" fmla="*/ 81915 h 266700"/>
                <a:gd name="connsiteX10" fmla="*/ 128588 w 255269"/>
                <a:gd name="connsiteY10" fmla="*/ 81915 h 266700"/>
                <a:gd name="connsiteX11" fmla="*/ 178117 w 255269"/>
                <a:gd name="connsiteY11" fmla="*/ 0 h 266700"/>
                <a:gd name="connsiteX12" fmla="*/ 247650 w 255269"/>
                <a:gd name="connsiteY12" fmla="*/ 0 h 266700"/>
                <a:gd name="connsiteX13" fmla="*/ 163830 w 255269"/>
                <a:gd name="connsiteY13" fmla="*/ 127635 h 266700"/>
                <a:gd name="connsiteX14" fmla="*/ 255270 w 255269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69" h="26670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8" name="Freihandform: Form 153">
              <a:extLst>
                <a:ext uri="{FF2B5EF4-FFF2-40B4-BE49-F238E27FC236}">
                  <a16:creationId xmlns:a16="http://schemas.microsoft.com/office/drawing/2014/main" id="{E044A3EC-B057-439D-8512-08E4D1ADD089}"/>
                </a:ext>
              </a:extLst>
            </p:cNvPr>
            <p:cNvSpPr/>
            <p:nvPr/>
          </p:nvSpPr>
          <p:spPr>
            <a:xfrm>
              <a:off x="5686407" y="2641281"/>
              <a:ext cx="225759" cy="279082"/>
            </a:xfrm>
            <a:custGeom>
              <a:avLst/>
              <a:gdLst>
                <a:gd name="connsiteX0" fmla="*/ 114317 w 225759"/>
                <a:gd name="connsiteY0" fmla="*/ 107632 h 279082"/>
                <a:gd name="connsiteX1" fmla="*/ 164799 w 225759"/>
                <a:gd name="connsiteY1" fmla="*/ 113347 h 279082"/>
                <a:gd name="connsiteX2" fmla="*/ 164799 w 225759"/>
                <a:gd name="connsiteY2" fmla="*/ 103822 h 279082"/>
                <a:gd name="connsiteX3" fmla="*/ 105744 w 225759"/>
                <a:gd name="connsiteY3" fmla="*/ 52388 h 279082"/>
                <a:gd name="connsiteX4" fmla="*/ 38117 w 225759"/>
                <a:gd name="connsiteY4" fmla="*/ 67628 h 279082"/>
                <a:gd name="connsiteX5" fmla="*/ 24782 w 225759"/>
                <a:gd name="connsiteY5" fmla="*/ 15240 h 279082"/>
                <a:gd name="connsiteX6" fmla="*/ 112412 w 225759"/>
                <a:gd name="connsiteY6" fmla="*/ 0 h 279082"/>
                <a:gd name="connsiteX7" fmla="*/ 225759 w 225759"/>
                <a:gd name="connsiteY7" fmla="*/ 102870 h 279082"/>
                <a:gd name="connsiteX8" fmla="*/ 225759 w 225759"/>
                <a:gd name="connsiteY8" fmla="*/ 273368 h 279082"/>
                <a:gd name="connsiteX9" fmla="*/ 166704 w 225759"/>
                <a:gd name="connsiteY9" fmla="*/ 273368 h 279082"/>
                <a:gd name="connsiteX10" fmla="*/ 166704 w 225759"/>
                <a:gd name="connsiteY10" fmla="*/ 244793 h 279082"/>
                <a:gd name="connsiteX11" fmla="*/ 165752 w 225759"/>
                <a:gd name="connsiteY11" fmla="*/ 244793 h 279082"/>
                <a:gd name="connsiteX12" fmla="*/ 87647 w 225759"/>
                <a:gd name="connsiteY12" fmla="*/ 279083 h 279082"/>
                <a:gd name="connsiteX13" fmla="*/ 17 w 225759"/>
                <a:gd name="connsiteY13" fmla="*/ 194310 h 279082"/>
                <a:gd name="connsiteX14" fmla="*/ 114317 w 225759"/>
                <a:gd name="connsiteY14" fmla="*/ 107632 h 279082"/>
                <a:gd name="connsiteX15" fmla="*/ 103839 w 225759"/>
                <a:gd name="connsiteY15" fmla="*/ 232410 h 279082"/>
                <a:gd name="connsiteX16" fmla="*/ 164799 w 225759"/>
                <a:gd name="connsiteY16" fmla="*/ 200025 h 279082"/>
                <a:gd name="connsiteX17" fmla="*/ 164799 w 225759"/>
                <a:gd name="connsiteY17" fmla="*/ 154305 h 279082"/>
                <a:gd name="connsiteX18" fmla="*/ 120984 w 225759"/>
                <a:gd name="connsiteY18" fmla="*/ 149543 h 279082"/>
                <a:gd name="connsiteX19" fmla="*/ 59072 w 225759"/>
                <a:gd name="connsiteY19" fmla="*/ 193358 h 279082"/>
                <a:gd name="connsiteX20" fmla="*/ 103839 w 225759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9" h="279082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9" name="Freihandform: Form 154">
              <a:extLst>
                <a:ext uri="{FF2B5EF4-FFF2-40B4-BE49-F238E27FC236}">
                  <a16:creationId xmlns:a16="http://schemas.microsoft.com/office/drawing/2014/main" id="{47A5DE51-8453-4B6A-B77E-121BA160BBE0}"/>
                </a:ext>
              </a:extLst>
            </p:cNvPr>
            <p:cNvSpPr/>
            <p:nvPr/>
          </p:nvSpPr>
          <p:spPr>
            <a:xfrm>
              <a:off x="5991224" y="2641281"/>
              <a:ext cx="229552" cy="273367"/>
            </a:xfrm>
            <a:custGeom>
              <a:avLst/>
              <a:gdLst>
                <a:gd name="connsiteX0" fmla="*/ 229553 w 229552"/>
                <a:gd name="connsiteY0" fmla="*/ 272415 h 273367"/>
                <a:gd name="connsiteX1" fmla="*/ 166688 w 229552"/>
                <a:gd name="connsiteY1" fmla="*/ 272415 h 273367"/>
                <a:gd name="connsiteX2" fmla="*/ 166688 w 229552"/>
                <a:gd name="connsiteY2" fmla="*/ 120015 h 273367"/>
                <a:gd name="connsiteX3" fmla="*/ 117157 w 229552"/>
                <a:gd name="connsiteY3" fmla="*/ 55245 h 273367"/>
                <a:gd name="connsiteX4" fmla="*/ 61913 w 229552"/>
                <a:gd name="connsiteY4" fmla="*/ 120015 h 273367"/>
                <a:gd name="connsiteX5" fmla="*/ 61913 w 229552"/>
                <a:gd name="connsiteY5" fmla="*/ 273368 h 273367"/>
                <a:gd name="connsiteX6" fmla="*/ 0 w 229552"/>
                <a:gd name="connsiteY6" fmla="*/ 273368 h 273367"/>
                <a:gd name="connsiteX7" fmla="*/ 0 w 229552"/>
                <a:gd name="connsiteY7" fmla="*/ 6668 h 273367"/>
                <a:gd name="connsiteX8" fmla="*/ 61913 w 229552"/>
                <a:gd name="connsiteY8" fmla="*/ 6668 h 273367"/>
                <a:gd name="connsiteX9" fmla="*/ 61913 w 229552"/>
                <a:gd name="connsiteY9" fmla="*/ 39053 h 273367"/>
                <a:gd name="connsiteX10" fmla="*/ 62865 w 229552"/>
                <a:gd name="connsiteY10" fmla="*/ 39053 h 273367"/>
                <a:gd name="connsiteX11" fmla="*/ 140970 w 229552"/>
                <a:gd name="connsiteY11" fmla="*/ 0 h 273367"/>
                <a:gd name="connsiteX12" fmla="*/ 228600 w 229552"/>
                <a:gd name="connsiteY12" fmla="*/ 107632 h 273367"/>
                <a:gd name="connsiteX13" fmla="*/ 228600 w 229552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273367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0" name="Freihandform: Form 155">
              <a:extLst>
                <a:ext uri="{FF2B5EF4-FFF2-40B4-BE49-F238E27FC236}">
                  <a16:creationId xmlns:a16="http://schemas.microsoft.com/office/drawing/2014/main" id="{392C54B9-F78D-47A1-AD38-CF0C5ED14F94}"/>
                </a:ext>
              </a:extLst>
            </p:cNvPr>
            <p:cNvSpPr/>
            <p:nvPr/>
          </p:nvSpPr>
          <p:spPr>
            <a:xfrm>
              <a:off x="628649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3 w 248602"/>
                <a:gd name="connsiteY7" fmla="*/ 389573 h 396239"/>
                <a:gd name="connsiteX8" fmla="*/ 187643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3 w 248602"/>
                <a:gd name="connsiteY14" fmla="*/ 305753 h 396239"/>
                <a:gd name="connsiteX15" fmla="*/ 187643 w 248602"/>
                <a:gd name="connsiteY15" fmla="*/ 207645 h 396239"/>
                <a:gd name="connsiteX16" fmla="*/ 123825 w 248602"/>
                <a:gd name="connsiteY16" fmla="*/ 172402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1" name="Freihandform: Form 156">
              <a:extLst>
                <a:ext uri="{FF2B5EF4-FFF2-40B4-BE49-F238E27FC236}">
                  <a16:creationId xmlns:a16="http://schemas.microsoft.com/office/drawing/2014/main" id="{71802FDD-BC2D-4C5D-911C-0E319854FFA8}"/>
                </a:ext>
              </a:extLst>
            </p:cNvPr>
            <p:cNvSpPr/>
            <p:nvPr/>
          </p:nvSpPr>
          <p:spPr>
            <a:xfrm>
              <a:off x="660272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2" name="Freihandform: Form 157">
              <a:extLst>
                <a:ext uri="{FF2B5EF4-FFF2-40B4-BE49-F238E27FC236}">
                  <a16:creationId xmlns:a16="http://schemas.microsoft.com/office/drawing/2014/main" id="{85832C0F-9A3B-4D34-8839-EC3A94AE6C55}"/>
                </a:ext>
              </a:extLst>
            </p:cNvPr>
            <p:cNvSpPr/>
            <p:nvPr/>
          </p:nvSpPr>
          <p:spPr>
            <a:xfrm>
              <a:off x="6916101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3" name="Freihandform: Form 158">
              <a:extLst>
                <a:ext uri="{FF2B5EF4-FFF2-40B4-BE49-F238E27FC236}">
                  <a16:creationId xmlns:a16="http://schemas.microsoft.com/office/drawing/2014/main" id="{BC160828-948E-45F9-892F-B5153F1C2A8B}"/>
                </a:ext>
              </a:extLst>
            </p:cNvPr>
            <p:cNvSpPr/>
            <p:nvPr/>
          </p:nvSpPr>
          <p:spPr>
            <a:xfrm>
              <a:off x="7115174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4" name="Freihandform: Form 159">
              <a:extLst>
                <a:ext uri="{FF2B5EF4-FFF2-40B4-BE49-F238E27FC236}">
                  <a16:creationId xmlns:a16="http://schemas.microsoft.com/office/drawing/2014/main" id="{1DC3A578-7AA8-4159-8278-74B1DAC35FE6}"/>
                </a:ext>
              </a:extLst>
            </p:cNvPr>
            <p:cNvSpPr/>
            <p:nvPr/>
          </p:nvSpPr>
          <p:spPr>
            <a:xfrm>
              <a:off x="732472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5" name="Freihandform: Form 160">
              <a:extLst>
                <a:ext uri="{FF2B5EF4-FFF2-40B4-BE49-F238E27FC236}">
                  <a16:creationId xmlns:a16="http://schemas.microsoft.com/office/drawing/2014/main" id="{5EA5C667-43CA-4C66-A4AF-7202A4400AB2}"/>
                </a:ext>
              </a:extLst>
            </p:cNvPr>
            <p:cNvSpPr/>
            <p:nvPr/>
          </p:nvSpPr>
          <p:spPr>
            <a:xfrm>
              <a:off x="7697151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6" name="Freihandform: Form 161">
              <a:extLst>
                <a:ext uri="{FF2B5EF4-FFF2-40B4-BE49-F238E27FC236}">
                  <a16:creationId xmlns:a16="http://schemas.microsoft.com/office/drawing/2014/main" id="{690B4687-2EC0-47E9-A57C-D56927714853}"/>
                </a:ext>
              </a:extLst>
            </p:cNvPr>
            <p:cNvSpPr/>
            <p:nvPr/>
          </p:nvSpPr>
          <p:spPr>
            <a:xfrm>
              <a:off x="799623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7" name="Freihandform: Form 162">
              <a:extLst>
                <a:ext uri="{FF2B5EF4-FFF2-40B4-BE49-F238E27FC236}">
                  <a16:creationId xmlns:a16="http://schemas.microsoft.com/office/drawing/2014/main" id="{AB85CABF-84D9-430C-8175-A001B02BB57A}"/>
                </a:ext>
              </a:extLst>
            </p:cNvPr>
            <p:cNvSpPr/>
            <p:nvPr/>
          </p:nvSpPr>
          <p:spPr>
            <a:xfrm>
              <a:off x="8119109" y="2647949"/>
              <a:ext cx="259079" cy="266700"/>
            </a:xfrm>
            <a:custGeom>
              <a:avLst/>
              <a:gdLst>
                <a:gd name="connsiteX0" fmla="*/ 259080 w 259079"/>
                <a:gd name="connsiteY0" fmla="*/ 0 h 266700"/>
                <a:gd name="connsiteX1" fmla="*/ 161925 w 259079"/>
                <a:gd name="connsiteY1" fmla="*/ 266700 h 266700"/>
                <a:gd name="connsiteX2" fmla="*/ 97155 w 259079"/>
                <a:gd name="connsiteY2" fmla="*/ 266700 h 266700"/>
                <a:gd name="connsiteX3" fmla="*/ 0 w 259079"/>
                <a:gd name="connsiteY3" fmla="*/ 0 h 266700"/>
                <a:gd name="connsiteX4" fmla="*/ 68580 w 259079"/>
                <a:gd name="connsiteY4" fmla="*/ 0 h 266700"/>
                <a:gd name="connsiteX5" fmla="*/ 129540 w 259079"/>
                <a:gd name="connsiteY5" fmla="*/ 193358 h 266700"/>
                <a:gd name="connsiteX6" fmla="*/ 130492 w 259079"/>
                <a:gd name="connsiteY6" fmla="*/ 193358 h 266700"/>
                <a:gd name="connsiteX7" fmla="*/ 191452 w 259079"/>
                <a:gd name="connsiteY7" fmla="*/ 0 h 266700"/>
                <a:gd name="connsiteX8" fmla="*/ 259080 w 259079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79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8" name="Freihandform: Form 163">
              <a:extLst>
                <a:ext uri="{FF2B5EF4-FFF2-40B4-BE49-F238E27FC236}">
                  <a16:creationId xmlns:a16="http://schemas.microsoft.com/office/drawing/2014/main" id="{80C8760B-FC4C-4966-92A9-D39C173DEF75}"/>
                </a:ext>
              </a:extLst>
            </p:cNvPr>
            <p:cNvSpPr/>
            <p:nvPr/>
          </p:nvSpPr>
          <p:spPr>
            <a:xfrm>
              <a:off x="840676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3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9" name="Freihandform: Form 165">
              <a:extLst>
                <a:ext uri="{FF2B5EF4-FFF2-40B4-BE49-F238E27FC236}">
                  <a16:creationId xmlns:a16="http://schemas.microsoft.com/office/drawing/2014/main" id="{532E77B0-F877-44A7-9EF8-97A120869354}"/>
                </a:ext>
              </a:extLst>
            </p:cNvPr>
            <p:cNvSpPr/>
            <p:nvPr/>
          </p:nvSpPr>
          <p:spPr>
            <a:xfrm>
              <a:off x="8720137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0" name="Freihandform: Form 166">
              <a:extLst>
                <a:ext uri="{FF2B5EF4-FFF2-40B4-BE49-F238E27FC236}">
                  <a16:creationId xmlns:a16="http://schemas.microsoft.com/office/drawing/2014/main" id="{5C882BD2-FE92-48D2-AFEA-1900EF60B2D8}"/>
                </a:ext>
              </a:extLst>
            </p:cNvPr>
            <p:cNvSpPr/>
            <p:nvPr/>
          </p:nvSpPr>
          <p:spPr>
            <a:xfrm>
              <a:off x="8909684" y="2640329"/>
              <a:ext cx="205739" cy="280034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2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1" name="Freihandform: Form 168">
              <a:extLst>
                <a:ext uri="{FF2B5EF4-FFF2-40B4-BE49-F238E27FC236}">
                  <a16:creationId xmlns:a16="http://schemas.microsoft.com/office/drawing/2014/main" id="{40066B01-C452-4176-900B-655EB0C91ACD}"/>
                </a:ext>
              </a:extLst>
            </p:cNvPr>
            <p:cNvSpPr/>
            <p:nvPr/>
          </p:nvSpPr>
          <p:spPr>
            <a:xfrm>
              <a:off x="9173526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3 w 79057"/>
                <a:gd name="connsiteY1" fmla="*/ 76200 h 384810"/>
                <a:gd name="connsiteX2" fmla="*/ 0 w 79057"/>
                <a:gd name="connsiteY2" fmla="*/ 38100 h 384810"/>
                <a:gd name="connsiteX3" fmla="*/ 39053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2" name="Freihandform: Form 169">
              <a:extLst>
                <a:ext uri="{FF2B5EF4-FFF2-40B4-BE49-F238E27FC236}">
                  <a16:creationId xmlns:a16="http://schemas.microsoft.com/office/drawing/2014/main" id="{57BDE59C-6448-4297-83D6-8CE1AB1DC826}"/>
                </a:ext>
              </a:extLst>
            </p:cNvPr>
            <p:cNvSpPr/>
            <p:nvPr/>
          </p:nvSpPr>
          <p:spPr>
            <a:xfrm>
              <a:off x="9297351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8 w 165735"/>
                <a:gd name="connsiteY3" fmla="*/ 282892 h 358139"/>
                <a:gd name="connsiteX4" fmla="*/ 40958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3" name="Freihandform: Form 170">
              <a:extLst>
                <a:ext uri="{FF2B5EF4-FFF2-40B4-BE49-F238E27FC236}">
                  <a16:creationId xmlns:a16="http://schemas.microsoft.com/office/drawing/2014/main" id="{83969B56-DDE6-4F60-ACD9-ECEFF84EE863}"/>
                </a:ext>
              </a:extLst>
            </p:cNvPr>
            <p:cNvSpPr/>
            <p:nvPr/>
          </p:nvSpPr>
          <p:spPr>
            <a:xfrm>
              <a:off x="9511664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3 w 225742"/>
                <a:gd name="connsiteY1" fmla="*/ 220980 h 386714"/>
                <a:gd name="connsiteX2" fmla="*/ 164783 w 225742"/>
                <a:gd name="connsiteY2" fmla="*/ 211455 h 386714"/>
                <a:gd name="connsiteX3" fmla="*/ 105728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3823 w 225742"/>
                <a:gd name="connsiteY20" fmla="*/ 340042 h 386714"/>
                <a:gd name="connsiteX21" fmla="*/ 164783 w 225742"/>
                <a:gd name="connsiteY21" fmla="*/ 307658 h 386714"/>
                <a:gd name="connsiteX22" fmla="*/ 164783 w 225742"/>
                <a:gd name="connsiteY22" fmla="*/ 261938 h 386714"/>
                <a:gd name="connsiteX23" fmla="*/ 120968 w 225742"/>
                <a:gd name="connsiteY23" fmla="*/ 257175 h 386714"/>
                <a:gd name="connsiteX24" fmla="*/ 59055 w 225742"/>
                <a:gd name="connsiteY24" fmla="*/ 300990 h 386714"/>
                <a:gd name="connsiteX25" fmla="*/ 103823 w 225742"/>
                <a:gd name="connsiteY25" fmla="*/ 340042 h 386714"/>
                <a:gd name="connsiteX26" fmla="*/ 172403 w 225742"/>
                <a:gd name="connsiteY26" fmla="*/ 72390 h 386714"/>
                <a:gd name="connsiteX27" fmla="*/ 135255 w 225742"/>
                <a:gd name="connsiteY27" fmla="*/ 36195 h 386714"/>
                <a:gd name="connsiteX28" fmla="*/ 172403 w 225742"/>
                <a:gd name="connsiteY28" fmla="*/ 0 h 386714"/>
                <a:gd name="connsiteX29" fmla="*/ 209550 w 225742"/>
                <a:gd name="connsiteY29" fmla="*/ 36195 h 386714"/>
                <a:gd name="connsiteX30" fmla="*/ 172403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4" name="Freihandform: Form 171">
              <a:extLst>
                <a:ext uri="{FF2B5EF4-FFF2-40B4-BE49-F238E27FC236}">
                  <a16:creationId xmlns:a16="http://schemas.microsoft.com/office/drawing/2014/main" id="{AD90F197-A833-4F1D-A2DE-4AFA57E804B8}"/>
                </a:ext>
              </a:extLst>
            </p:cNvPr>
            <p:cNvSpPr/>
            <p:nvPr/>
          </p:nvSpPr>
          <p:spPr>
            <a:xfrm>
              <a:off x="9785984" y="2562224"/>
              <a:ext cx="165734" cy="358139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7 w 165734"/>
                <a:gd name="connsiteY9" fmla="*/ 0 h 358139"/>
                <a:gd name="connsiteX10" fmla="*/ 101917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7 w 165734"/>
                <a:gd name="connsiteY13" fmla="*/ 138113 h 358139"/>
                <a:gd name="connsiteX14" fmla="*/ 101917 w 165734"/>
                <a:gd name="connsiteY14" fmla="*/ 269558 h 358139"/>
                <a:gd name="connsiteX15" fmla="*/ 130492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5" name="Freihandform: Form 172">
              <a:extLst>
                <a:ext uri="{FF2B5EF4-FFF2-40B4-BE49-F238E27FC236}">
                  <a16:creationId xmlns:a16="http://schemas.microsoft.com/office/drawing/2014/main" id="{846A8B73-1792-4BBB-8E44-3AA9BC2B1428}"/>
                </a:ext>
              </a:extLst>
            </p:cNvPr>
            <p:cNvSpPr/>
            <p:nvPr/>
          </p:nvSpPr>
          <p:spPr>
            <a:xfrm>
              <a:off x="2242184" y="3122294"/>
              <a:ext cx="275272" cy="368617"/>
            </a:xfrm>
            <a:custGeom>
              <a:avLst/>
              <a:gdLst>
                <a:gd name="connsiteX0" fmla="*/ 275273 w 275272"/>
                <a:gd name="connsiteY0" fmla="*/ 60960 h 368617"/>
                <a:gd name="connsiteX1" fmla="*/ 170498 w 275272"/>
                <a:gd name="connsiteY1" fmla="*/ 60960 h 368617"/>
                <a:gd name="connsiteX2" fmla="*/ 170498 w 275272"/>
                <a:gd name="connsiteY2" fmla="*/ 368617 h 368617"/>
                <a:gd name="connsiteX3" fmla="*/ 104775 w 275272"/>
                <a:gd name="connsiteY3" fmla="*/ 368617 h 368617"/>
                <a:gd name="connsiteX4" fmla="*/ 104775 w 275272"/>
                <a:gd name="connsiteY4" fmla="*/ 60960 h 368617"/>
                <a:gd name="connsiteX5" fmla="*/ 0 w 275272"/>
                <a:gd name="connsiteY5" fmla="*/ 60960 h 368617"/>
                <a:gd name="connsiteX6" fmla="*/ 0 w 275272"/>
                <a:gd name="connsiteY6" fmla="*/ 0 h 368617"/>
                <a:gd name="connsiteX7" fmla="*/ 275273 w 275272"/>
                <a:gd name="connsiteY7" fmla="*/ 0 h 368617"/>
                <a:gd name="connsiteX8" fmla="*/ 275273 w 275272"/>
                <a:gd name="connsiteY8" fmla="*/ 60960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272" h="368617">
                  <a:moveTo>
                    <a:pt x="275273" y="60960"/>
                  </a:moveTo>
                  <a:lnTo>
                    <a:pt x="170498" y="60960"/>
                  </a:lnTo>
                  <a:lnTo>
                    <a:pt x="170498" y="368617"/>
                  </a:lnTo>
                  <a:lnTo>
                    <a:pt x="104775" y="368617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75273" y="0"/>
                  </a:lnTo>
                  <a:lnTo>
                    <a:pt x="275273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6" name="Freihandform: Form 173">
              <a:extLst>
                <a:ext uri="{FF2B5EF4-FFF2-40B4-BE49-F238E27FC236}">
                  <a16:creationId xmlns:a16="http://schemas.microsoft.com/office/drawing/2014/main" id="{C660716C-2458-4C63-A69B-5DA509609694}"/>
                </a:ext>
              </a:extLst>
            </p:cNvPr>
            <p:cNvSpPr/>
            <p:nvPr/>
          </p:nvSpPr>
          <p:spPr>
            <a:xfrm>
              <a:off x="2519362" y="3217544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7 w 242887"/>
                <a:gd name="connsiteY5" fmla="*/ 160972 h 279082"/>
                <a:gd name="connsiteX6" fmla="*/ 133350 w 242887"/>
                <a:gd name="connsiteY6" fmla="*/ 225742 h 279082"/>
                <a:gd name="connsiteX7" fmla="*/ 199073 w 242887"/>
                <a:gd name="connsiteY7" fmla="*/ 194310 h 279082"/>
                <a:gd name="connsiteX8" fmla="*/ 238125 w 242887"/>
                <a:gd name="connsiteY8" fmla="*/ 235267 h 279082"/>
                <a:gd name="connsiteX9" fmla="*/ 132398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3817" y="160972"/>
                  </a:lnTo>
                  <a:cubicBezTo>
                    <a:pt x="70485" y="201930"/>
                    <a:pt x="95250" y="225742"/>
                    <a:pt x="133350" y="225742"/>
                  </a:cubicBezTo>
                  <a:cubicBezTo>
                    <a:pt x="158115" y="225742"/>
                    <a:pt x="178117" y="216217"/>
                    <a:pt x="199073" y="194310"/>
                  </a:cubicBezTo>
                  <a:lnTo>
                    <a:pt x="238125" y="235267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7" name="Freihandform: Form 174">
              <a:extLst>
                <a:ext uri="{FF2B5EF4-FFF2-40B4-BE49-F238E27FC236}">
                  <a16:creationId xmlns:a16="http://schemas.microsoft.com/office/drawing/2014/main" id="{E9B1F4D9-DDAF-4795-8C6B-72520A52CF8C}"/>
                </a:ext>
              </a:extLst>
            </p:cNvPr>
            <p:cNvSpPr/>
            <p:nvPr/>
          </p:nvSpPr>
          <p:spPr>
            <a:xfrm>
              <a:off x="2816541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3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8" name="Freihandform: Form 175">
              <a:extLst>
                <a:ext uri="{FF2B5EF4-FFF2-40B4-BE49-F238E27FC236}">
                  <a16:creationId xmlns:a16="http://schemas.microsoft.com/office/drawing/2014/main" id="{89C08C99-CDF7-4531-A6DE-8320D7192E87}"/>
                </a:ext>
              </a:extLst>
            </p:cNvPr>
            <p:cNvSpPr/>
            <p:nvPr/>
          </p:nvSpPr>
          <p:spPr>
            <a:xfrm>
              <a:off x="3095624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9" name="Freihandform: Form 176">
              <a:extLst>
                <a:ext uri="{FF2B5EF4-FFF2-40B4-BE49-F238E27FC236}">
                  <a16:creationId xmlns:a16="http://schemas.microsoft.com/office/drawing/2014/main" id="{0ED582BD-CA0B-4D89-88E0-73A561AEBFD6}"/>
                </a:ext>
              </a:extLst>
            </p:cNvPr>
            <p:cNvSpPr/>
            <p:nvPr/>
          </p:nvSpPr>
          <p:spPr>
            <a:xfrm>
              <a:off x="3404234" y="321754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0" name="Freihandform: Form 177">
              <a:extLst>
                <a:ext uri="{FF2B5EF4-FFF2-40B4-BE49-F238E27FC236}">
                  <a16:creationId xmlns:a16="http://schemas.microsoft.com/office/drawing/2014/main" id="{CFFE1521-2421-42B2-AA09-600BD8F81FF4}"/>
                </a:ext>
              </a:extLst>
            </p:cNvPr>
            <p:cNvSpPr/>
            <p:nvPr/>
          </p:nvSpPr>
          <p:spPr>
            <a:xfrm>
              <a:off x="3703319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2 w 79057"/>
                <a:gd name="connsiteY1" fmla="*/ 76200 h 384809"/>
                <a:gd name="connsiteX2" fmla="*/ 0 w 79057"/>
                <a:gd name="connsiteY2" fmla="*/ 38100 h 384809"/>
                <a:gd name="connsiteX3" fmla="*/ 39052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2 w 79057"/>
                <a:gd name="connsiteY6" fmla="*/ 384810 h 384809"/>
                <a:gd name="connsiteX7" fmla="*/ 8572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1" name="Freihandform: Form 178">
              <a:extLst>
                <a:ext uri="{FF2B5EF4-FFF2-40B4-BE49-F238E27FC236}">
                  <a16:creationId xmlns:a16="http://schemas.microsoft.com/office/drawing/2014/main" id="{343F6E28-5BD7-4216-8B11-B0A4E173AD51}"/>
                </a:ext>
              </a:extLst>
            </p:cNvPr>
            <p:cNvSpPr/>
            <p:nvPr/>
          </p:nvSpPr>
          <p:spPr>
            <a:xfrm>
              <a:off x="3830954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2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2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2" name="Freihandform: Form 179">
              <a:extLst>
                <a:ext uri="{FF2B5EF4-FFF2-40B4-BE49-F238E27FC236}">
                  <a16:creationId xmlns:a16="http://schemas.microsoft.com/office/drawing/2014/main" id="{3A16EBBD-450E-4648-920B-0AEB0885449F}"/>
                </a:ext>
              </a:extLst>
            </p:cNvPr>
            <p:cNvSpPr/>
            <p:nvPr/>
          </p:nvSpPr>
          <p:spPr>
            <a:xfrm>
              <a:off x="4087177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5735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3" name="Freihandform: Form 180">
              <a:extLst>
                <a:ext uri="{FF2B5EF4-FFF2-40B4-BE49-F238E27FC236}">
                  <a16:creationId xmlns:a16="http://schemas.microsoft.com/office/drawing/2014/main" id="{EB484C6E-ABCA-4165-B6E4-5B665F926A12}"/>
                </a:ext>
              </a:extLst>
            </p:cNvPr>
            <p:cNvSpPr/>
            <p:nvPr/>
          </p:nvSpPr>
          <p:spPr>
            <a:xfrm>
              <a:off x="4366259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4" name="Freihandform: Form 181">
              <a:extLst>
                <a:ext uri="{FF2B5EF4-FFF2-40B4-BE49-F238E27FC236}">
                  <a16:creationId xmlns:a16="http://schemas.microsoft.com/office/drawing/2014/main" id="{6F886374-A8CD-47A0-BA14-3B29DB50610D}"/>
                </a:ext>
              </a:extLst>
            </p:cNvPr>
            <p:cNvSpPr/>
            <p:nvPr/>
          </p:nvSpPr>
          <p:spPr>
            <a:xfrm>
              <a:off x="4659629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5" name="Freihandform: Form 182">
              <a:extLst>
                <a:ext uri="{FF2B5EF4-FFF2-40B4-BE49-F238E27FC236}">
                  <a16:creationId xmlns:a16="http://schemas.microsoft.com/office/drawing/2014/main" id="{FF6B812C-FF07-48DA-A866-C30C218437DE}"/>
                </a:ext>
              </a:extLst>
            </p:cNvPr>
            <p:cNvSpPr/>
            <p:nvPr/>
          </p:nvSpPr>
          <p:spPr>
            <a:xfrm>
              <a:off x="5130164" y="3122294"/>
              <a:ext cx="231457" cy="368617"/>
            </a:xfrm>
            <a:custGeom>
              <a:avLst/>
              <a:gdLst>
                <a:gd name="connsiteX0" fmla="*/ 231457 w 231457"/>
                <a:gd name="connsiteY0" fmla="*/ 60007 h 368617"/>
                <a:gd name="connsiteX1" fmla="*/ 65722 w 231457"/>
                <a:gd name="connsiteY1" fmla="*/ 60007 h 368617"/>
                <a:gd name="connsiteX2" fmla="*/ 65722 w 231457"/>
                <a:gd name="connsiteY2" fmla="*/ 151447 h 368617"/>
                <a:gd name="connsiteX3" fmla="*/ 189547 w 231457"/>
                <a:gd name="connsiteY3" fmla="*/ 151447 h 368617"/>
                <a:gd name="connsiteX4" fmla="*/ 189547 w 231457"/>
                <a:gd name="connsiteY4" fmla="*/ 211455 h 368617"/>
                <a:gd name="connsiteX5" fmla="*/ 65722 w 231457"/>
                <a:gd name="connsiteY5" fmla="*/ 211455 h 368617"/>
                <a:gd name="connsiteX6" fmla="*/ 65722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7 w 231457"/>
                <a:gd name="connsiteY9" fmla="*/ 0 h 368617"/>
                <a:gd name="connsiteX10" fmla="*/ 231457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6" name="Freihandform: Form 183">
              <a:extLst>
                <a:ext uri="{FF2B5EF4-FFF2-40B4-BE49-F238E27FC236}">
                  <a16:creationId xmlns:a16="http://schemas.microsoft.com/office/drawing/2014/main" id="{BC1F2C9A-4DA4-4270-8EDA-6F5193B0844F}"/>
                </a:ext>
              </a:extLst>
            </p:cNvPr>
            <p:cNvSpPr/>
            <p:nvPr/>
          </p:nvSpPr>
          <p:spPr>
            <a:xfrm>
              <a:off x="5373052" y="3217544"/>
              <a:ext cx="226694" cy="279082"/>
            </a:xfrm>
            <a:custGeom>
              <a:avLst/>
              <a:gdLst>
                <a:gd name="connsiteX0" fmla="*/ 115253 w 226694"/>
                <a:gd name="connsiteY0" fmla="*/ 107633 h 279082"/>
                <a:gd name="connsiteX1" fmla="*/ 165735 w 226694"/>
                <a:gd name="connsiteY1" fmla="*/ 113347 h 279082"/>
                <a:gd name="connsiteX2" fmla="*/ 165735 w 226694"/>
                <a:gd name="connsiteY2" fmla="*/ 103822 h 279082"/>
                <a:gd name="connsiteX3" fmla="*/ 106680 w 226694"/>
                <a:gd name="connsiteY3" fmla="*/ 52388 h 279082"/>
                <a:gd name="connsiteX4" fmla="*/ 39053 w 226694"/>
                <a:gd name="connsiteY4" fmla="*/ 67627 h 279082"/>
                <a:gd name="connsiteX5" fmla="*/ 25717 w 226694"/>
                <a:gd name="connsiteY5" fmla="*/ 15240 h 279082"/>
                <a:gd name="connsiteX6" fmla="*/ 113347 w 226694"/>
                <a:gd name="connsiteY6" fmla="*/ 0 h 279082"/>
                <a:gd name="connsiteX7" fmla="*/ 226695 w 226694"/>
                <a:gd name="connsiteY7" fmla="*/ 102870 h 279082"/>
                <a:gd name="connsiteX8" fmla="*/ 226695 w 226694"/>
                <a:gd name="connsiteY8" fmla="*/ 273367 h 279082"/>
                <a:gd name="connsiteX9" fmla="*/ 167640 w 226694"/>
                <a:gd name="connsiteY9" fmla="*/ 273367 h 279082"/>
                <a:gd name="connsiteX10" fmla="*/ 167640 w 226694"/>
                <a:gd name="connsiteY10" fmla="*/ 244792 h 279082"/>
                <a:gd name="connsiteX11" fmla="*/ 165735 w 226694"/>
                <a:gd name="connsiteY11" fmla="*/ 244792 h 279082"/>
                <a:gd name="connsiteX12" fmla="*/ 87630 w 226694"/>
                <a:gd name="connsiteY12" fmla="*/ 279083 h 279082"/>
                <a:gd name="connsiteX13" fmla="*/ 0 w 226694"/>
                <a:gd name="connsiteY13" fmla="*/ 194310 h 279082"/>
                <a:gd name="connsiteX14" fmla="*/ 115253 w 226694"/>
                <a:gd name="connsiteY14" fmla="*/ 107633 h 279082"/>
                <a:gd name="connsiteX15" fmla="*/ 104775 w 226694"/>
                <a:gd name="connsiteY15" fmla="*/ 232410 h 279082"/>
                <a:gd name="connsiteX16" fmla="*/ 165735 w 226694"/>
                <a:gd name="connsiteY16" fmla="*/ 200025 h 279082"/>
                <a:gd name="connsiteX17" fmla="*/ 165735 w 226694"/>
                <a:gd name="connsiteY17" fmla="*/ 153352 h 279082"/>
                <a:gd name="connsiteX18" fmla="*/ 121920 w 226694"/>
                <a:gd name="connsiteY18" fmla="*/ 148590 h 279082"/>
                <a:gd name="connsiteX19" fmla="*/ 60007 w 226694"/>
                <a:gd name="connsiteY19" fmla="*/ 192405 h 279082"/>
                <a:gd name="connsiteX20" fmla="*/ 104775 w 226694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6694" h="279082">
                  <a:moveTo>
                    <a:pt x="115253" y="107633"/>
                  </a:moveTo>
                  <a:cubicBezTo>
                    <a:pt x="132397" y="107633"/>
                    <a:pt x="148590" y="108585"/>
                    <a:pt x="165735" y="113347"/>
                  </a:cubicBezTo>
                  <a:lnTo>
                    <a:pt x="165735" y="103822"/>
                  </a:lnTo>
                  <a:cubicBezTo>
                    <a:pt x="165735" y="69532"/>
                    <a:pt x="145732" y="52388"/>
                    <a:pt x="106680" y="52388"/>
                  </a:cubicBezTo>
                  <a:cubicBezTo>
                    <a:pt x="84772" y="52388"/>
                    <a:pt x="60960" y="57150"/>
                    <a:pt x="39053" y="67627"/>
                  </a:cubicBezTo>
                  <a:lnTo>
                    <a:pt x="25717" y="15240"/>
                  </a:lnTo>
                  <a:cubicBezTo>
                    <a:pt x="50482" y="5715"/>
                    <a:pt x="82867" y="0"/>
                    <a:pt x="113347" y="0"/>
                  </a:cubicBezTo>
                  <a:cubicBezTo>
                    <a:pt x="188595" y="0"/>
                    <a:pt x="226695" y="35242"/>
                    <a:pt x="226695" y="102870"/>
                  </a:cubicBezTo>
                  <a:lnTo>
                    <a:pt x="226695" y="273367"/>
                  </a:lnTo>
                  <a:lnTo>
                    <a:pt x="167640" y="273367"/>
                  </a:lnTo>
                  <a:lnTo>
                    <a:pt x="167640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5253" y="107633"/>
                  </a:cubicBezTo>
                  <a:close/>
                  <a:moveTo>
                    <a:pt x="104775" y="232410"/>
                  </a:moveTo>
                  <a:cubicBezTo>
                    <a:pt x="127635" y="232410"/>
                    <a:pt x="148590" y="220980"/>
                    <a:pt x="165735" y="200025"/>
                  </a:cubicBezTo>
                  <a:lnTo>
                    <a:pt x="165735" y="153352"/>
                  </a:lnTo>
                  <a:cubicBezTo>
                    <a:pt x="151447" y="149542"/>
                    <a:pt x="136207" y="148590"/>
                    <a:pt x="121920" y="148590"/>
                  </a:cubicBezTo>
                  <a:cubicBezTo>
                    <a:pt x="82867" y="148590"/>
                    <a:pt x="60007" y="163830"/>
                    <a:pt x="60007" y="192405"/>
                  </a:cubicBezTo>
                  <a:cubicBezTo>
                    <a:pt x="60007" y="217170"/>
                    <a:pt x="77153" y="232410"/>
                    <a:pt x="104775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7" name="Freihandform: Form 184">
              <a:extLst>
                <a:ext uri="{FF2B5EF4-FFF2-40B4-BE49-F238E27FC236}">
                  <a16:creationId xmlns:a16="http://schemas.microsoft.com/office/drawing/2014/main" id="{B03CDEDE-25AC-4E98-B973-6197CAEFD4F3}"/>
                </a:ext>
              </a:extLst>
            </p:cNvPr>
            <p:cNvSpPr/>
            <p:nvPr/>
          </p:nvSpPr>
          <p:spPr>
            <a:xfrm>
              <a:off x="5678804" y="3101339"/>
              <a:ext cx="234314" cy="389572"/>
            </a:xfrm>
            <a:custGeom>
              <a:avLst/>
              <a:gdLst>
                <a:gd name="connsiteX0" fmla="*/ 0 w 234314"/>
                <a:gd name="connsiteY0" fmla="*/ 15240 h 389572"/>
                <a:gd name="connsiteX1" fmla="*/ 61913 w 234314"/>
                <a:gd name="connsiteY1" fmla="*/ 0 h 389572"/>
                <a:gd name="connsiteX2" fmla="*/ 61913 w 234314"/>
                <a:gd name="connsiteY2" fmla="*/ 234315 h 389572"/>
                <a:gd name="connsiteX3" fmla="*/ 62865 w 234314"/>
                <a:gd name="connsiteY3" fmla="*/ 234315 h 389572"/>
                <a:gd name="connsiteX4" fmla="*/ 150495 w 234314"/>
                <a:gd name="connsiteY4" fmla="*/ 122873 h 389572"/>
                <a:gd name="connsiteX5" fmla="*/ 224790 w 234314"/>
                <a:gd name="connsiteY5" fmla="*/ 122873 h 389572"/>
                <a:gd name="connsiteX6" fmla="*/ 137160 w 234314"/>
                <a:gd name="connsiteY6" fmla="*/ 227648 h 389572"/>
                <a:gd name="connsiteX7" fmla="*/ 234315 w 234314"/>
                <a:gd name="connsiteY7" fmla="*/ 389573 h 389572"/>
                <a:gd name="connsiteX8" fmla="*/ 160020 w 234314"/>
                <a:gd name="connsiteY8" fmla="*/ 389573 h 389572"/>
                <a:gd name="connsiteX9" fmla="*/ 93345 w 234314"/>
                <a:gd name="connsiteY9" fmla="*/ 274320 h 389572"/>
                <a:gd name="connsiteX10" fmla="*/ 62865 w 234314"/>
                <a:gd name="connsiteY10" fmla="*/ 308610 h 389572"/>
                <a:gd name="connsiteX11" fmla="*/ 62865 w 234314"/>
                <a:gd name="connsiteY11" fmla="*/ 389573 h 389572"/>
                <a:gd name="connsiteX12" fmla="*/ 952 w 234314"/>
                <a:gd name="connsiteY12" fmla="*/ 389573 h 389572"/>
                <a:gd name="connsiteX13" fmla="*/ 952 w 234314"/>
                <a:gd name="connsiteY13" fmla="*/ 1524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14" h="389572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8" name="Freihandform: Form 185">
              <a:extLst>
                <a:ext uri="{FF2B5EF4-FFF2-40B4-BE49-F238E27FC236}">
                  <a16:creationId xmlns:a16="http://schemas.microsoft.com/office/drawing/2014/main" id="{D9253668-BA39-4660-902F-33EF58FB5037}"/>
                </a:ext>
              </a:extLst>
            </p:cNvPr>
            <p:cNvSpPr/>
            <p:nvPr/>
          </p:nvSpPr>
          <p:spPr>
            <a:xfrm>
              <a:off x="5958839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7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9" name="Freihandform: Form 186">
              <a:extLst>
                <a:ext uri="{FF2B5EF4-FFF2-40B4-BE49-F238E27FC236}">
                  <a16:creationId xmlns:a16="http://schemas.microsoft.com/office/drawing/2014/main" id="{39A011A5-1386-4016-9801-E29CBC5F5863}"/>
                </a:ext>
              </a:extLst>
            </p:cNvPr>
            <p:cNvSpPr/>
            <p:nvPr/>
          </p:nvSpPr>
          <p:spPr>
            <a:xfrm>
              <a:off x="6268402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0" name="Freihandform: Form 187">
              <a:extLst>
                <a:ext uri="{FF2B5EF4-FFF2-40B4-BE49-F238E27FC236}">
                  <a16:creationId xmlns:a16="http://schemas.microsoft.com/office/drawing/2014/main" id="{B8BBE0B3-B048-400E-BA9B-8C9DFED75EF3}"/>
                </a:ext>
              </a:extLst>
            </p:cNvPr>
            <p:cNvSpPr/>
            <p:nvPr/>
          </p:nvSpPr>
          <p:spPr>
            <a:xfrm>
              <a:off x="6385559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8 w 165734"/>
                <a:gd name="connsiteY3" fmla="*/ 282892 h 358140"/>
                <a:gd name="connsiteX4" fmla="*/ 40958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8 w 165734"/>
                <a:gd name="connsiteY13" fmla="*/ 138113 h 358140"/>
                <a:gd name="connsiteX14" fmla="*/ 101918 w 165734"/>
                <a:gd name="connsiteY14" fmla="*/ 269558 h 358140"/>
                <a:gd name="connsiteX15" fmla="*/ 130493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2" y="303847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8">
              <a:extLst>
                <a:ext uri="{FF2B5EF4-FFF2-40B4-BE49-F238E27FC236}">
                  <a16:creationId xmlns:a16="http://schemas.microsoft.com/office/drawing/2014/main" id="{2F6C87C6-19BA-4293-B026-9176B2D95EEE}"/>
                </a:ext>
              </a:extLst>
            </p:cNvPr>
            <p:cNvSpPr/>
            <p:nvPr/>
          </p:nvSpPr>
          <p:spPr>
            <a:xfrm>
              <a:off x="6599871" y="3109912"/>
              <a:ext cx="225742" cy="386715"/>
            </a:xfrm>
            <a:custGeom>
              <a:avLst/>
              <a:gdLst>
                <a:gd name="connsiteX0" fmla="*/ 114300 w 225742"/>
                <a:gd name="connsiteY0" fmla="*/ 215265 h 386715"/>
                <a:gd name="connsiteX1" fmla="*/ 164783 w 225742"/>
                <a:gd name="connsiteY1" fmla="*/ 220980 h 386715"/>
                <a:gd name="connsiteX2" fmla="*/ 164783 w 225742"/>
                <a:gd name="connsiteY2" fmla="*/ 211455 h 386715"/>
                <a:gd name="connsiteX3" fmla="*/ 105728 w 225742"/>
                <a:gd name="connsiteY3" fmla="*/ 160020 h 386715"/>
                <a:gd name="connsiteX4" fmla="*/ 38100 w 225742"/>
                <a:gd name="connsiteY4" fmla="*/ 175260 h 386715"/>
                <a:gd name="connsiteX5" fmla="*/ 24765 w 225742"/>
                <a:gd name="connsiteY5" fmla="*/ 122873 h 386715"/>
                <a:gd name="connsiteX6" fmla="*/ 112395 w 225742"/>
                <a:gd name="connsiteY6" fmla="*/ 107633 h 386715"/>
                <a:gd name="connsiteX7" fmla="*/ 225742 w 225742"/>
                <a:gd name="connsiteY7" fmla="*/ 210503 h 386715"/>
                <a:gd name="connsiteX8" fmla="*/ 225742 w 225742"/>
                <a:gd name="connsiteY8" fmla="*/ 381000 h 386715"/>
                <a:gd name="connsiteX9" fmla="*/ 166688 w 225742"/>
                <a:gd name="connsiteY9" fmla="*/ 381000 h 386715"/>
                <a:gd name="connsiteX10" fmla="*/ 166688 w 225742"/>
                <a:gd name="connsiteY10" fmla="*/ 352425 h 386715"/>
                <a:gd name="connsiteX11" fmla="*/ 165735 w 225742"/>
                <a:gd name="connsiteY11" fmla="*/ 352425 h 386715"/>
                <a:gd name="connsiteX12" fmla="*/ 87630 w 225742"/>
                <a:gd name="connsiteY12" fmla="*/ 386715 h 386715"/>
                <a:gd name="connsiteX13" fmla="*/ 0 w 225742"/>
                <a:gd name="connsiteY13" fmla="*/ 301942 h 386715"/>
                <a:gd name="connsiteX14" fmla="*/ 114300 w 225742"/>
                <a:gd name="connsiteY14" fmla="*/ 215265 h 386715"/>
                <a:gd name="connsiteX15" fmla="*/ 63817 w 225742"/>
                <a:gd name="connsiteY15" fmla="*/ 72390 h 386715"/>
                <a:gd name="connsiteX16" fmla="*/ 26670 w 225742"/>
                <a:gd name="connsiteY16" fmla="*/ 36195 h 386715"/>
                <a:gd name="connsiteX17" fmla="*/ 63817 w 225742"/>
                <a:gd name="connsiteY17" fmla="*/ 0 h 386715"/>
                <a:gd name="connsiteX18" fmla="*/ 100965 w 225742"/>
                <a:gd name="connsiteY18" fmla="*/ 36195 h 386715"/>
                <a:gd name="connsiteX19" fmla="*/ 63817 w 225742"/>
                <a:gd name="connsiteY19" fmla="*/ 72390 h 386715"/>
                <a:gd name="connsiteX20" fmla="*/ 103822 w 225742"/>
                <a:gd name="connsiteY20" fmla="*/ 340042 h 386715"/>
                <a:gd name="connsiteX21" fmla="*/ 164783 w 225742"/>
                <a:gd name="connsiteY21" fmla="*/ 307658 h 386715"/>
                <a:gd name="connsiteX22" fmla="*/ 164783 w 225742"/>
                <a:gd name="connsiteY22" fmla="*/ 260985 h 386715"/>
                <a:gd name="connsiteX23" fmla="*/ 120967 w 225742"/>
                <a:gd name="connsiteY23" fmla="*/ 256222 h 386715"/>
                <a:gd name="connsiteX24" fmla="*/ 59055 w 225742"/>
                <a:gd name="connsiteY24" fmla="*/ 300038 h 386715"/>
                <a:gd name="connsiteX25" fmla="*/ 103822 w 225742"/>
                <a:gd name="connsiteY25" fmla="*/ 340042 h 386715"/>
                <a:gd name="connsiteX26" fmla="*/ 172403 w 225742"/>
                <a:gd name="connsiteY26" fmla="*/ 72390 h 386715"/>
                <a:gd name="connsiteX27" fmla="*/ 135255 w 225742"/>
                <a:gd name="connsiteY27" fmla="*/ 36195 h 386715"/>
                <a:gd name="connsiteX28" fmla="*/ 172403 w 225742"/>
                <a:gd name="connsiteY28" fmla="*/ 0 h 386715"/>
                <a:gd name="connsiteX29" fmla="*/ 209550 w 225742"/>
                <a:gd name="connsiteY29" fmla="*/ 36195 h 386715"/>
                <a:gd name="connsiteX30" fmla="*/ 172403 w 225742"/>
                <a:gd name="connsiteY30" fmla="*/ 72390 h 38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5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89">
              <a:extLst>
                <a:ext uri="{FF2B5EF4-FFF2-40B4-BE49-F238E27FC236}">
                  <a16:creationId xmlns:a16="http://schemas.microsoft.com/office/drawing/2014/main" id="{E6444534-9B85-4241-B1E3-D52CC7A121CD}"/>
                </a:ext>
              </a:extLst>
            </p:cNvPr>
            <p:cNvSpPr/>
            <p:nvPr/>
          </p:nvSpPr>
          <p:spPr>
            <a:xfrm>
              <a:off x="6874192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2870 w 165734"/>
                <a:gd name="connsiteY13" fmla="*/ 138113 h 358140"/>
                <a:gd name="connsiteX14" fmla="*/ 102870 w 165734"/>
                <a:gd name="connsiteY14" fmla="*/ 269558 h 358140"/>
                <a:gd name="connsiteX15" fmla="*/ 131445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2870" y="138113"/>
                  </a:lnTo>
                  <a:lnTo>
                    <a:pt x="102870" y="269558"/>
                  </a:lnTo>
                  <a:cubicBezTo>
                    <a:pt x="102870" y="294322"/>
                    <a:pt x="111443" y="304800"/>
                    <a:pt x="131445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6" name="Freihandform: Form 43">
            <a:extLst>
              <a:ext uri="{FF2B5EF4-FFF2-40B4-BE49-F238E27FC236}">
                <a16:creationId xmlns:a16="http://schemas.microsoft.com/office/drawing/2014/main" id="{39AEBD53-2187-566A-9DE3-B4A2910942CF}"/>
              </a:ext>
            </a:extLst>
          </p:cNvPr>
          <p:cNvSpPr>
            <a:spLocks noChangeAspect="1"/>
          </p:cNvSpPr>
          <p:nvPr userDrawn="1"/>
        </p:nvSpPr>
        <p:spPr>
          <a:xfrm>
            <a:off x="10499081" y="282391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316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6E4A650A-FC09-E10E-EFE0-776AF95BE3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5157" y="275534"/>
            <a:ext cx="1162286" cy="406800"/>
          </a:xfrm>
          <a:prstGeom prst="rect">
            <a:avLst/>
          </a:prstGeom>
        </p:spPr>
      </p:pic>
      <p:pic>
        <p:nvPicPr>
          <p:cNvPr id="8" name="Siemens Healthineers logo">
            <a:extLst>
              <a:ext uri="{FF2B5EF4-FFF2-40B4-BE49-F238E27FC236}">
                <a16:creationId xmlns:a16="http://schemas.microsoft.com/office/drawing/2014/main" id="{49398D24-1E37-F4D1-634C-D2773CF92C2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8872904" y="319277"/>
            <a:ext cx="1453447" cy="345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0920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FCF17-48A0-4939-9B86-4A0E590241E6}" type="datetime4">
              <a:rPr lang="de-DE" smtClean="0"/>
              <a:t>14. Oktober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7" y="1631156"/>
            <a:ext cx="11157745" cy="45696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5C59997-58CB-4A34-A7D6-744D4117F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28AE96D7-C3C8-4590-B13B-86D938A7890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7590F12-2A07-6A9D-5A84-2F9A53DE3D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12389" y="274988"/>
            <a:ext cx="1585912" cy="372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327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C8739-BFB7-40C2-B28E-69BB709E9C11}" type="datetime4">
              <a:rPr lang="de-DE" smtClean="0"/>
              <a:t>14. Oktober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024A1079-17C2-45DE-A16B-14C152A08F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6329" y="1631156"/>
            <a:ext cx="5469732" cy="45696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BAC64890-C924-4759-9B9B-7DE74E38C4A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D37C8B4-016B-ED1D-486E-0E582DBC023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12389" y="274988"/>
            <a:ext cx="1585912" cy="372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288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dr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B6080-B214-4A27-A13D-95A31493955D}" type="datetime4">
              <a:rPr lang="de-DE" smtClean="0"/>
              <a:t>14. Oktober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36A777D-D5C6-4E84-A9C9-D0F4836A4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D304591F-2FC9-4C29-9FE5-537955E3B92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8318" y="1631157"/>
            <a:ext cx="3568821" cy="456961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D0C47385-EF97-44EE-867E-E9365B44CA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07242" y="1631157"/>
            <a:ext cx="3568821" cy="456961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E3F53468-6A74-4DFC-93FD-A760B96196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12780" y="1631157"/>
            <a:ext cx="3568821" cy="456961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7A7A670F-933B-48F3-B921-A1B739D6C9D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E9D1A4F-00B5-3549-9889-B4DCAC9BD9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12389" y="274988"/>
            <a:ext cx="1585912" cy="372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183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 Bild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4BF54-E288-44CA-9624-72B71A8A42AB}" type="datetime4">
              <a:rPr lang="de-DE" smtClean="0"/>
              <a:t>14. Oktober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97A335FC-7B0F-4DB2-A1F6-1DF21639819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4A0E390-540A-31F8-4315-44A00CD287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12389" y="274988"/>
            <a:ext cx="1585912" cy="372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957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- 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8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55A8-E7B1-419D-84AA-0C89B698BF26}" type="datetime4">
              <a:rPr lang="de-DE" smtClean="0"/>
              <a:t>14. Oktober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06331" y="1631156"/>
            <a:ext cx="5469732" cy="45696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D7BA2DC0-EE95-4994-AD5A-8F6A7D106E5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157839E-D9BC-072D-FC24-E6E4CA6649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12389" y="274988"/>
            <a:ext cx="1585912" cy="372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132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folie | mit Stör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430C106-4EB7-47B9-8F1D-0BFCFBEAECE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1CD45B2-C7E2-4C43-84ED-BFB6DC4E84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319" y="3431381"/>
            <a:ext cx="3571200" cy="2769394"/>
          </a:xfrm>
          <a:solidFill>
            <a:schemeClr val="bg1"/>
          </a:solidFill>
        </p:spPr>
        <p:txBody>
          <a:bodyPr wrap="square" lIns="180000" tIns="180000" rIns="360000" bIns="180000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DFE029E8-09EC-45DC-B2BB-25B2B1C145A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" name="Gerader Verbinder 4">
              <a:extLst>
                <a:ext uri="{FF2B5EF4-FFF2-40B4-BE49-F238E27FC236}">
                  <a16:creationId xmlns:a16="http://schemas.microsoft.com/office/drawing/2014/main" id="{D3613C15-D9EF-4DBF-8B74-3D509941276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8E0568E8-B36B-404B-9E38-F367F7DFCF81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54EB1BCB-8EFE-43BA-AE53-9984B9F11B54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B189016C-ED2A-474D-A417-5E0F497B514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9856DE16-FDEC-4063-8C73-CBF95C803B59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E3759D02-378A-4C73-8CA4-E4FB217B94E6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612F9041-226E-4E23-B398-1F7D9044B5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618D5641-3E9B-4072-8388-BB46336975A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870072D5-E220-4946-9EE1-80DFB58C3A38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0A43D9D6-7790-4E94-8493-67757E33734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8E7E0758-62D1-453D-B55E-FDC4CCE3C6E4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84310EC5-28E5-4146-A748-79C1FCA769F0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2D5BC590-E7B8-48F8-AAC5-6799BCBDEB4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DF5B0BA6-3F36-41A3-8125-15AA496849C8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07018BC3-E9D3-4DC9-9093-D415FD96426D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38F1A063-9C9E-48DF-9813-A4EA4497C2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F79F31FE-DC89-4DED-A231-3D8DCBF48D98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7DF8EA8-3E45-431B-90A0-140583E1D07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B300055A-A6D6-4CE1-986A-0930765E02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B2C23E7-0482-498A-B984-44C6CF40F3B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AC7A65B2-F352-4DA5-9A36-9105D478D2C2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4D9AE9BE-891D-491B-98F9-78F552DDC8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E259A48F-52D3-481E-86F8-360FED16B872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7ADB04CE-94F5-430A-9FF1-01DE211731F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50411913-7BEC-4F33-BDE8-154F93D079C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A40BADBF-D4AC-4B48-AE66-D79BD3055404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CB5DA2A5-4F29-4DF6-A342-0A7B4878AAB5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E820BD84-9211-4C19-A40B-4121AD892514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21C7D9CA-751B-4809-9338-47DDC5D1A72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D1C22B97-CFD8-4E78-BF7E-02A71F190F83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70892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1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4C7B6-65DB-4651-9D6D-787BD251B230}" type="datetime4">
              <a:rPr lang="de-DE" smtClean="0"/>
              <a:t>14. Oktober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6A4CB3A7-ACED-41D0-8E35-318CD3693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EBFE18BD-74E5-4328-B98A-9C6FC4FCA59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11157746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A51E223D-AC82-4D54-A383-0E2DF84E2EF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11157746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122FFE2B-554A-4423-8513-4D2A70D2DB1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A5E6ACE-3423-98F3-AE3C-5185FBC868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12389" y="274988"/>
            <a:ext cx="1585912" cy="372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6286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074B9-4BBE-42DB-8ECC-1B8A75D6203E}" type="datetime4">
              <a:rPr lang="de-DE" smtClean="0"/>
              <a:t>14. Oktober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8C7F934-D7F3-42CA-88CC-3AEB50FF1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B4B72DA6-61BE-42F9-8894-08B159BC7C7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0E2D86CD-8C0A-461A-82DE-DEB73A6F9AC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Bildplatzhalter 8">
            <a:extLst>
              <a:ext uri="{FF2B5EF4-FFF2-40B4-BE49-F238E27FC236}">
                <a16:creationId xmlns:a16="http://schemas.microsoft.com/office/drawing/2014/main" id="{B4E7C39B-83E8-467B-AD57-55CA08888B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206331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CE124A50-74B4-4E32-AA56-DCD775B1300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6331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5F1A965F-F63A-4B03-A142-6DC4620DA5F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89A48C-C08B-6296-BEB3-5450FDE2EA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12389" y="274988"/>
            <a:ext cx="1585912" cy="372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4802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BA888-8294-4426-A426-0D17B6B1880D}" type="datetime4">
              <a:rPr lang="de-DE" smtClean="0"/>
              <a:t>14. Oktober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9995CF9C-9826-4946-A085-FF49199BE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E2430412-20B6-4F53-A77B-A26A49135E4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2" name="Textplatzhalter 10">
            <a:extLst>
              <a:ext uri="{FF2B5EF4-FFF2-40B4-BE49-F238E27FC236}">
                <a16:creationId xmlns:a16="http://schemas.microsoft.com/office/drawing/2014/main" id="{48CA2DF0-5B92-4CE6-AF1A-CC648431BB9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Bildplatzhalter 8">
            <a:extLst>
              <a:ext uri="{FF2B5EF4-FFF2-40B4-BE49-F238E27FC236}">
                <a16:creationId xmlns:a16="http://schemas.microsoft.com/office/drawing/2014/main" id="{002E2471-F223-4896-A895-CE0AF20E11D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8106305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4" name="Textplatzhalter 10">
            <a:extLst>
              <a:ext uri="{FF2B5EF4-FFF2-40B4-BE49-F238E27FC236}">
                <a16:creationId xmlns:a16="http://schemas.microsoft.com/office/drawing/2014/main" id="{470E7482-A37A-44BE-ADE5-A0B3B10E8FC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106305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Bildplatzhalter 8">
            <a:extLst>
              <a:ext uri="{FF2B5EF4-FFF2-40B4-BE49-F238E27FC236}">
                <a16:creationId xmlns:a16="http://schemas.microsoft.com/office/drawing/2014/main" id="{3FD09289-F115-4464-A726-812A11720CAD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312311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6" name="Textplatzhalter 10">
            <a:extLst>
              <a:ext uri="{FF2B5EF4-FFF2-40B4-BE49-F238E27FC236}">
                <a16:creationId xmlns:a16="http://schemas.microsoft.com/office/drawing/2014/main" id="{F3F11CE6-C8CF-4ABE-B3B8-C00D74678A9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12311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B180B26F-6FF8-4738-A10C-E14470F0B8C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351DC37-3D8F-E626-CB88-B79CB33C1C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12389" y="274988"/>
            <a:ext cx="1585912" cy="372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3424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894D4-C9B8-4F96-8FF6-79E826889C55}" type="datetime4">
              <a:rPr lang="de-DE" smtClean="0"/>
              <a:t>14. Oktober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11155366" cy="4569619"/>
          </a:xfrm>
        </p:spPr>
        <p:txBody>
          <a:bodyPr/>
          <a:lstStyle/>
          <a:p>
            <a:pPr lvl="0"/>
            <a:r>
              <a:rPr lang="de-DE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64AF0876-C672-488E-ADCD-17BBFC33638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37BD70B-9A39-D812-DE20-4BD66F3A02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12389" y="274988"/>
            <a:ext cx="1585912" cy="372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2915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A0F4A-AEAE-4C58-AA76-7EADB0FF7089}" type="datetime4">
              <a:rPr lang="de-DE" smtClean="0"/>
              <a:t>14. Oktober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5469733" cy="4569619"/>
          </a:xfrm>
        </p:spPr>
        <p:txBody>
          <a:bodyPr/>
          <a:lstStyle/>
          <a:p>
            <a:pPr lvl="0"/>
            <a:r>
              <a:rPr lang="de-DE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Inhaltsplatzhalter 7">
            <a:extLst>
              <a:ext uri="{FF2B5EF4-FFF2-40B4-BE49-F238E27FC236}">
                <a16:creationId xmlns:a16="http://schemas.microsoft.com/office/drawing/2014/main" id="{33608DEB-69EC-4E8F-A567-9E3EA36C362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6206330" y="1631156"/>
            <a:ext cx="5469733" cy="4569619"/>
          </a:xfrm>
        </p:spPr>
        <p:txBody>
          <a:bodyPr/>
          <a:lstStyle/>
          <a:p>
            <a:pPr lvl="0"/>
            <a:r>
              <a:rPr lang="de-DE"/>
              <a:t> 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777B5741-96D1-4193-A4A5-5EE22D85663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7C8CDA8-984E-0A32-7199-CD3ECA4B64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12389" y="274988"/>
            <a:ext cx="1585912" cy="372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5393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67C9-4C75-43A9-95B7-0690D6F29CA5}" type="datetime4">
              <a:rPr lang="de-DE" smtClean="0"/>
              <a:t>14. Oktober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5086500-15A5-49F2-8B64-748C19FDAB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04861" y="1631156"/>
            <a:ext cx="3571200" cy="456962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84BE64F-DBB2-4BF3-ABE7-E92BB978D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Inhaltsplatzhalter 7">
            <a:extLst>
              <a:ext uri="{FF2B5EF4-FFF2-40B4-BE49-F238E27FC236}">
                <a16:creationId xmlns:a16="http://schemas.microsoft.com/office/drawing/2014/main" id="{0D6633D6-CA56-460E-AA1C-9A4D6A62324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18317" y="1631157"/>
            <a:ext cx="7363752" cy="4569620"/>
          </a:xfrm>
        </p:spPr>
        <p:txBody>
          <a:bodyPr/>
          <a:lstStyle/>
          <a:p>
            <a:pPr lvl="0"/>
            <a:r>
              <a:rPr lang="de-DE"/>
              <a:t> 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FBCC7105-5E2C-4745-BEC8-77E521534F9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2E9F6EA-37B5-BC35-349C-EBE0E498C2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12389" y="274988"/>
            <a:ext cx="1585912" cy="372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9622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r Titel | Gra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C462FD0-9E74-4D67-97DA-C8DBAA1AE5FF}" type="datetime4">
              <a:rPr lang="de-DE" smtClean="0"/>
              <a:t>14. Oktober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Technische Fakultät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1925060-7FCF-4CBC-B0DA-0731E3E98579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Textplatzhalter 9">
            <a:extLst>
              <a:ext uri="{FF2B5EF4-FFF2-40B4-BE49-F238E27FC236}">
                <a16:creationId xmlns:a16="http://schemas.microsoft.com/office/drawing/2014/main" id="{A9FF3927-CA7B-4361-998A-3A60E5D23F5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1" name="Freihandform: Form 60">
            <a:extLst>
              <a:ext uri="{FF2B5EF4-FFF2-40B4-BE49-F238E27FC236}">
                <a16:creationId xmlns:a16="http://schemas.microsoft.com/office/drawing/2014/main" id="{BC19384B-1D95-4C0D-B3F0-61407A015F56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3ECEE8D8-DF92-4CFD-A29A-DD98DFA7EC69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E89218EB-083A-44EC-89C4-86451CE1FC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399474D3-E53E-4ABA-9B61-C9BB08A3276B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57879191-3BE6-4B4E-A6B9-7EE964614B47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94484379-E642-433C-B53A-1DEE6A9DD4E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7C54D7A6-C6ED-4572-B49C-338FB11A042A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382F9D16-DA93-44FA-B850-67D0B6AD397D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7201A13C-71DC-4465-B39F-F196A50353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D957CB6E-B09B-4A22-86F0-6C38F81B2E90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38DB7D0C-ACAA-4A6B-8088-624B0BC24502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E8B86ED7-0F29-451E-8C7D-9B396D5E20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ED76FB85-7BBB-4E8D-A853-5FCC744835E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E1524020-40DB-450A-AEE5-3E1B459B16B5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539CBAAA-C79F-4BC9-9AF3-18ED0AF9EE7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65F01F83-E434-491F-8893-1CE5848F9B6D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99ECB07F-83AC-4A69-A930-C51459FBE5BA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EB6DF347-64CA-4BE1-8952-3E80EBD0082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F82628F6-8442-4626-962B-E947FDA8C0C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C9B4EC5D-DF7B-4D80-86D6-C95B0B60B325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7A230F03-8AA4-4AAE-999A-6E872C727A8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1C36145D-6FFB-4D3A-85D6-2ACFDAE5F5D2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0D1EC147-B041-40BC-BA8D-878A722616DE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4A4E226E-C413-42F0-AA69-108B05313D4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4A93327E-EEC7-45A4-9C35-410D17ECB865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0EC1AF1A-26A7-479B-A176-8997B58ED4D1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80D76042-D322-4CD0-B41A-CE295CEC6835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397EC952-23B6-4728-82B6-3D733107C66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D8CEDBB7-9662-435E-8F5A-F3EE555D990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24365663-FE3F-47D4-A8D7-729A38C4987D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92EE37E1-8647-4AEB-9AEE-FF0711435F3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C2B4E3D7-0BC3-4BC1-B86B-DD51E978575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pic>
        <p:nvPicPr>
          <p:cNvPr id="43" name="Picture 42">
            <a:extLst>
              <a:ext uri="{FF2B5EF4-FFF2-40B4-BE49-F238E27FC236}">
                <a16:creationId xmlns:a16="http://schemas.microsoft.com/office/drawing/2014/main" id="{DDD29F2D-0EE7-4A82-8FE8-CBB4AA550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22700" y="304874"/>
            <a:ext cx="1156000" cy="40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9632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 |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94168-1D2E-414B-9AFB-B7BB2EA3568F}" type="datetime4">
              <a:rPr lang="de-DE" smtClean="0"/>
              <a:t>14. Oktober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903DE59B-FC71-4F7B-BBCF-9B96B09DD62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A2958B-26F2-69AC-5BA1-08C9E002B9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39644" y="281073"/>
            <a:ext cx="1585912" cy="372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7363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EDA59-479C-41C3-99F0-9A24DD470063}" type="datetime4">
              <a:rPr lang="de-DE" smtClean="0"/>
              <a:t>14. Oktober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B25E710-D493-4189-8EF7-00ABE0AB56E5}"/>
              </a:ext>
            </a:extLst>
          </p:cNvPr>
          <p:cNvSpPr/>
          <p:nvPr userDrawn="1"/>
        </p:nvSpPr>
        <p:spPr>
          <a:xfrm>
            <a:off x="518317" y="1631155"/>
            <a:ext cx="11157746" cy="45696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6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2F509DB-422D-41FB-A02B-822A0A204E4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497190" y="2835964"/>
            <a:ext cx="7200000" cy="2160000"/>
          </a:xfrm>
        </p:spPr>
        <p:txBody>
          <a:bodyPr rIns="0" anchor="ctr" anchorCtr="0">
            <a:normAutofit/>
          </a:bodyPr>
          <a:lstStyle>
            <a:lvl1pPr algn="ctr">
              <a:defRPr sz="2000" i="1"/>
            </a:lvl1pPr>
            <a:lvl2pPr marL="0" indent="0">
              <a:buNone/>
              <a:defRPr/>
            </a:lvl2pPr>
          </a:lstStyle>
          <a:p>
            <a:pPr lvl="0"/>
            <a:r>
              <a:rPr lang="de-DE"/>
              <a:t>„Mastertextformat bearbeiten“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2BEC83A6-EBB5-4F38-9A43-62A2E7E3616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4553473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platzhalter 167">
            <a:extLst>
              <a:ext uri="{FF2B5EF4-FFF2-40B4-BE49-F238E27FC236}">
                <a16:creationId xmlns:a16="http://schemas.microsoft.com/office/drawing/2014/main" id="{68AB2348-B91F-4E68-BDE1-60ECCE02B4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/>
              <a:t> </a:t>
            </a:r>
          </a:p>
        </p:txBody>
      </p:sp>
      <p:sp>
        <p:nvSpPr>
          <p:cNvPr id="59" name="Bildplatzhalter 60">
            <a:extLst>
              <a:ext uri="{FF2B5EF4-FFF2-40B4-BE49-F238E27FC236}">
                <a16:creationId xmlns:a16="http://schemas.microsoft.com/office/drawing/2014/main" id="{92CE05A2-27DE-4191-8A63-5C7C7ACA37C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CBD8B083-79E8-44E1-BA43-E993160F02E1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4" name="Textplatzhalter 64">
            <a:extLst>
              <a:ext uri="{FF2B5EF4-FFF2-40B4-BE49-F238E27FC236}">
                <a16:creationId xmlns:a16="http://schemas.microsoft.com/office/drawing/2014/main" id="{94E4DAD8-28C4-496D-803F-AF50BFF89A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8317" y="2647985"/>
            <a:ext cx="11157745" cy="1562031"/>
          </a:xfrm>
        </p:spPr>
        <p:txBody>
          <a:bodyPr vert="horz" wrap="square" lIns="0" tIns="0" rIns="360000" bIns="0" rtlCol="0" anchor="ctr" anchorCtr="0">
            <a:spAutoFit/>
          </a:bodyPr>
          <a:lstStyle>
            <a:lvl1pPr>
              <a:spcAft>
                <a:spcPts val="0"/>
              </a:spcAft>
              <a:defRPr lang="de-DE" sz="4800" b="1" dirty="0" smtClean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/>
              <a:t>Vielen Dank</a:t>
            </a:r>
            <a:br>
              <a:rPr lang="de-DE"/>
            </a:br>
            <a:r>
              <a:rPr lang="de-DE"/>
              <a:t>für Ihre Aufmerksamkeit!</a:t>
            </a:r>
          </a:p>
        </p:txBody>
      </p: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0C3B9D07-F821-46AB-95B1-D19222D00FD7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22380010-0050-441D-BA9C-97B58351587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feld 62">
              <a:extLst>
                <a:ext uri="{FF2B5EF4-FFF2-40B4-BE49-F238E27FC236}">
                  <a16:creationId xmlns:a16="http://schemas.microsoft.com/office/drawing/2014/main" id="{C13F555F-C26E-4B21-A77C-6CA7380155F8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705760C0-8935-4141-9AEE-BB96816B3799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6" name="Gerader Verbinder 65">
              <a:extLst>
                <a:ext uri="{FF2B5EF4-FFF2-40B4-BE49-F238E27FC236}">
                  <a16:creationId xmlns:a16="http://schemas.microsoft.com/office/drawing/2014/main" id="{EBE9DAC0-7790-4611-B602-40B3CD18C73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feld 66">
              <a:extLst>
                <a:ext uri="{FF2B5EF4-FFF2-40B4-BE49-F238E27FC236}">
                  <a16:creationId xmlns:a16="http://schemas.microsoft.com/office/drawing/2014/main" id="{1FBE1EE4-3D10-40E7-9F1E-627A51E59C6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B25E0919-4E1B-4A97-A1C2-6AE7D2A59920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849FBB7D-3378-4F36-B80B-3E0BDCA8343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feld 69">
              <a:extLst>
                <a:ext uri="{FF2B5EF4-FFF2-40B4-BE49-F238E27FC236}">
                  <a16:creationId xmlns:a16="http://schemas.microsoft.com/office/drawing/2014/main" id="{6141066E-6566-420D-B6EB-886DF25CCD1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87A742EA-EC3D-47DE-9C2D-533639983C8D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2" name="Gerader Verbinder 71">
              <a:extLst>
                <a:ext uri="{FF2B5EF4-FFF2-40B4-BE49-F238E27FC236}">
                  <a16:creationId xmlns:a16="http://schemas.microsoft.com/office/drawing/2014/main" id="{846719FD-F8B1-447D-8561-7A1E238E8A5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2ABDBC31-5895-4E49-887D-433A43B32DB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AEF4BF1C-C847-48A1-A7BF-3BEE82EF1C59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5" name="Gerader Verbinder 74">
              <a:extLst>
                <a:ext uri="{FF2B5EF4-FFF2-40B4-BE49-F238E27FC236}">
                  <a16:creationId xmlns:a16="http://schemas.microsoft.com/office/drawing/2014/main" id="{1CF60061-B6B2-4FE6-9482-278DFD418B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73D29742-39CB-41E5-B346-BADC9743E285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D55A5473-7182-4B24-8843-51E2ADF3D492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204A095A-3A24-4259-92A8-4500898AC0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feld 78">
              <a:extLst>
                <a:ext uri="{FF2B5EF4-FFF2-40B4-BE49-F238E27FC236}">
                  <a16:creationId xmlns:a16="http://schemas.microsoft.com/office/drawing/2014/main" id="{82971EAD-9159-4D12-8726-4FBE6AFA23F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D1FF9524-93DA-476B-89EA-9E475617F2D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8DFFD401-DC7D-4F6D-82BF-DC6E357E59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feld 81">
              <a:extLst>
                <a:ext uri="{FF2B5EF4-FFF2-40B4-BE49-F238E27FC236}">
                  <a16:creationId xmlns:a16="http://schemas.microsoft.com/office/drawing/2014/main" id="{36A6CE9C-ECB8-42E6-B61D-3A0F3C4D7A5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20076CAA-CFEC-4359-9762-07ED0661EE26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4" name="Gerader Verbinder 83">
              <a:extLst>
                <a:ext uri="{FF2B5EF4-FFF2-40B4-BE49-F238E27FC236}">
                  <a16:creationId xmlns:a16="http://schemas.microsoft.com/office/drawing/2014/main" id="{91EF761B-D6BF-475C-8903-456E1F0576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feld 84">
              <a:extLst>
                <a:ext uri="{FF2B5EF4-FFF2-40B4-BE49-F238E27FC236}">
                  <a16:creationId xmlns:a16="http://schemas.microsoft.com/office/drawing/2014/main" id="{413A99B1-6C23-41A6-A82B-0EC01B77947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16CE4EF7-E819-4747-A9E4-8C86F991481E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7" name="Gerader Verbinder 86">
              <a:extLst>
                <a:ext uri="{FF2B5EF4-FFF2-40B4-BE49-F238E27FC236}">
                  <a16:creationId xmlns:a16="http://schemas.microsoft.com/office/drawing/2014/main" id="{3B78DE36-86EF-463F-A7E5-0CD3043C9F4D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feld 87">
              <a:extLst>
                <a:ext uri="{FF2B5EF4-FFF2-40B4-BE49-F238E27FC236}">
                  <a16:creationId xmlns:a16="http://schemas.microsoft.com/office/drawing/2014/main" id="{EAD15804-28A7-4690-889A-7D8A91A7D478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9" name="Gerader Verbinder 88">
            <a:extLst>
              <a:ext uri="{FF2B5EF4-FFF2-40B4-BE49-F238E27FC236}">
                <a16:creationId xmlns:a16="http://schemas.microsoft.com/office/drawing/2014/main" id="{9023C4F7-97EF-4D2F-9223-1AFEE89D9C6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D5072DFD-BA29-43BB-A0B1-01F593A0242E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91" name="Gerader Verbinder 90">
              <a:extLst>
                <a:ext uri="{FF2B5EF4-FFF2-40B4-BE49-F238E27FC236}">
                  <a16:creationId xmlns:a16="http://schemas.microsoft.com/office/drawing/2014/main" id="{A9C77A6D-E177-4B69-A5A1-6B77E4229F3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feld 91">
              <a:extLst>
                <a:ext uri="{FF2B5EF4-FFF2-40B4-BE49-F238E27FC236}">
                  <a16:creationId xmlns:a16="http://schemas.microsoft.com/office/drawing/2014/main" id="{701274C6-5A42-4082-BC4B-8532BFB4CC40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sp>
        <p:nvSpPr>
          <p:cNvPr id="115" name="Freihandform: Form 5">
            <a:extLst>
              <a:ext uri="{FF2B5EF4-FFF2-40B4-BE49-F238E27FC236}">
                <a16:creationId xmlns:a16="http://schemas.microsoft.com/office/drawing/2014/main" id="{C48B058F-C364-4B9A-8BF0-D7A275E75D2C}"/>
              </a:ext>
            </a:extLst>
          </p:cNvPr>
          <p:cNvSpPr/>
          <p:nvPr userDrawn="1"/>
        </p:nvSpPr>
        <p:spPr>
          <a:xfrm>
            <a:off x="529969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116" name="Grafik 3">
            <a:extLst>
              <a:ext uri="{FF2B5EF4-FFF2-40B4-BE49-F238E27FC236}">
                <a16:creationId xmlns:a16="http://schemas.microsoft.com/office/drawing/2014/main" id="{84F52575-6F01-4482-824B-A635E3B12625}"/>
              </a:ext>
            </a:extLst>
          </p:cNvPr>
          <p:cNvGrpSpPr/>
          <p:nvPr userDrawn="1"/>
        </p:nvGrpSpPr>
        <p:grpSpPr>
          <a:xfrm>
            <a:off x="2344120" y="293688"/>
            <a:ext cx="2594512" cy="327278"/>
            <a:chOff x="2242184" y="2525076"/>
            <a:chExt cx="7709534" cy="972502"/>
          </a:xfrm>
          <a:solidFill>
            <a:schemeClr val="tx1"/>
          </a:solidFill>
        </p:grpSpPr>
        <p:sp>
          <p:nvSpPr>
            <p:cNvPr id="117" name="Freihandform: Form 139">
              <a:extLst>
                <a:ext uri="{FF2B5EF4-FFF2-40B4-BE49-F238E27FC236}">
                  <a16:creationId xmlns:a16="http://schemas.microsoft.com/office/drawing/2014/main" id="{3A70C836-680B-4070-86B7-FCD3BFB61C66}"/>
                </a:ext>
              </a:extLst>
            </p:cNvPr>
            <p:cNvSpPr/>
            <p:nvPr/>
          </p:nvSpPr>
          <p:spPr>
            <a:xfrm>
              <a:off x="2269806" y="2545079"/>
              <a:ext cx="232409" cy="369569"/>
            </a:xfrm>
            <a:custGeom>
              <a:avLst/>
              <a:gdLst>
                <a:gd name="connsiteX0" fmla="*/ 232410 w 232409"/>
                <a:gd name="connsiteY0" fmla="*/ 60960 h 369569"/>
                <a:gd name="connsiteX1" fmla="*/ 65723 w 232409"/>
                <a:gd name="connsiteY1" fmla="*/ 60960 h 369569"/>
                <a:gd name="connsiteX2" fmla="*/ 65723 w 232409"/>
                <a:gd name="connsiteY2" fmla="*/ 152400 h 369569"/>
                <a:gd name="connsiteX3" fmla="*/ 189547 w 232409"/>
                <a:gd name="connsiteY3" fmla="*/ 152400 h 369569"/>
                <a:gd name="connsiteX4" fmla="*/ 189547 w 232409"/>
                <a:gd name="connsiteY4" fmla="*/ 212408 h 369569"/>
                <a:gd name="connsiteX5" fmla="*/ 65723 w 232409"/>
                <a:gd name="connsiteY5" fmla="*/ 212408 h 369569"/>
                <a:gd name="connsiteX6" fmla="*/ 65723 w 232409"/>
                <a:gd name="connsiteY6" fmla="*/ 369570 h 369569"/>
                <a:gd name="connsiteX7" fmla="*/ 0 w 232409"/>
                <a:gd name="connsiteY7" fmla="*/ 369570 h 369569"/>
                <a:gd name="connsiteX8" fmla="*/ 0 w 232409"/>
                <a:gd name="connsiteY8" fmla="*/ 0 h 369569"/>
                <a:gd name="connsiteX9" fmla="*/ 231458 w 232409"/>
                <a:gd name="connsiteY9" fmla="*/ 0 h 369569"/>
                <a:gd name="connsiteX10" fmla="*/ 231458 w 232409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09" h="369569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8" name="Freihandform: Form 140">
              <a:extLst>
                <a:ext uri="{FF2B5EF4-FFF2-40B4-BE49-F238E27FC236}">
                  <a16:creationId xmlns:a16="http://schemas.microsoft.com/office/drawing/2014/main" id="{0C0418E4-0113-46B5-B35A-F251BC61957F}"/>
                </a:ext>
              </a:extLst>
            </p:cNvPr>
            <p:cNvSpPr/>
            <p:nvPr/>
          </p:nvSpPr>
          <p:spPr>
            <a:xfrm>
              <a:off x="2538412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9" name="Freihandform: Form 141">
              <a:extLst>
                <a:ext uri="{FF2B5EF4-FFF2-40B4-BE49-F238E27FC236}">
                  <a16:creationId xmlns:a16="http://schemas.microsoft.com/office/drawing/2014/main" id="{10E625B3-B221-4D2F-AE3C-FF751B7B3424}"/>
                </a:ext>
              </a:extLst>
            </p:cNvPr>
            <p:cNvSpPr/>
            <p:nvPr/>
          </p:nvSpPr>
          <p:spPr>
            <a:xfrm>
              <a:off x="2743199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0" name="Freihandform: Form 142">
              <a:extLst>
                <a:ext uri="{FF2B5EF4-FFF2-40B4-BE49-F238E27FC236}">
                  <a16:creationId xmlns:a16="http://schemas.microsoft.com/office/drawing/2014/main" id="{9BC81C1E-E56B-41B2-890B-E41EC65EE66D}"/>
                </a:ext>
              </a:extLst>
            </p:cNvPr>
            <p:cNvSpPr/>
            <p:nvPr/>
          </p:nvSpPr>
          <p:spPr>
            <a:xfrm>
              <a:off x="2879407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1" name="Freihandform: Form 143">
              <a:extLst>
                <a:ext uri="{FF2B5EF4-FFF2-40B4-BE49-F238E27FC236}">
                  <a16:creationId xmlns:a16="http://schemas.microsoft.com/office/drawing/2014/main" id="{B95DFB15-A13D-4E25-B606-A7D23F0D6FA6}"/>
                </a:ext>
              </a:extLst>
            </p:cNvPr>
            <p:cNvSpPr/>
            <p:nvPr/>
          </p:nvSpPr>
          <p:spPr>
            <a:xfrm>
              <a:off x="317753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2 w 248602"/>
                <a:gd name="connsiteY5" fmla="*/ 0 h 396239"/>
                <a:gd name="connsiteX6" fmla="*/ 248602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0960 w 248602"/>
                <a:gd name="connsiteY12" fmla="*/ 255270 h 396239"/>
                <a:gd name="connsiteX13" fmla="*/ 122872 w 248602"/>
                <a:gd name="connsiteY13" fmla="*/ 340995 h 396239"/>
                <a:gd name="connsiteX14" fmla="*/ 186690 w 248602"/>
                <a:gd name="connsiteY14" fmla="*/ 305753 h 396239"/>
                <a:gd name="connsiteX15" fmla="*/ 186690 w 248602"/>
                <a:gd name="connsiteY15" fmla="*/ 207645 h 396239"/>
                <a:gd name="connsiteX16" fmla="*/ 122872 w 248602"/>
                <a:gd name="connsiteY16" fmla="*/ 172402 h 396239"/>
                <a:gd name="connsiteX17" fmla="*/ 60960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2" name="Freihandform: Form 144">
              <a:extLst>
                <a:ext uri="{FF2B5EF4-FFF2-40B4-BE49-F238E27FC236}">
                  <a16:creationId xmlns:a16="http://schemas.microsoft.com/office/drawing/2014/main" id="{CC84CDA3-4FCE-4F59-B03E-266D65A24A99}"/>
                </a:ext>
              </a:extLst>
            </p:cNvPr>
            <p:cNvSpPr/>
            <p:nvPr/>
          </p:nvSpPr>
          <p:spPr>
            <a:xfrm>
              <a:off x="3509009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3" name="Freihandform: Form 145">
              <a:extLst>
                <a:ext uri="{FF2B5EF4-FFF2-40B4-BE49-F238E27FC236}">
                  <a16:creationId xmlns:a16="http://schemas.microsoft.com/office/drawing/2014/main" id="{C04C364F-377E-4352-95EF-465EF34D8BDD}"/>
                </a:ext>
              </a:extLst>
            </p:cNvPr>
            <p:cNvSpPr/>
            <p:nvPr/>
          </p:nvSpPr>
          <p:spPr>
            <a:xfrm>
              <a:off x="3712844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1438 w 79057"/>
                <a:gd name="connsiteY5" fmla="*/ 384810 h 384810"/>
                <a:gd name="connsiteX6" fmla="*/ 9525 w 79057"/>
                <a:gd name="connsiteY6" fmla="*/ 384810 h 384810"/>
                <a:gd name="connsiteX7" fmla="*/ 9525 w 79057"/>
                <a:gd name="connsiteY7" fmla="*/ 118110 h 384810"/>
                <a:gd name="connsiteX8" fmla="*/ 71438 w 79057"/>
                <a:gd name="connsiteY8" fmla="*/ 118110 h 384810"/>
                <a:gd name="connsiteX9" fmla="*/ 71438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4" name="Freihandform: Form 146">
              <a:extLst>
                <a:ext uri="{FF2B5EF4-FFF2-40B4-BE49-F238E27FC236}">
                  <a16:creationId xmlns:a16="http://schemas.microsoft.com/office/drawing/2014/main" id="{255153E0-3FDB-435B-AEDD-B0685FAF03C8}"/>
                </a:ext>
              </a:extLst>
            </p:cNvPr>
            <p:cNvSpPr/>
            <p:nvPr/>
          </p:nvSpPr>
          <p:spPr>
            <a:xfrm>
              <a:off x="3850957" y="2640329"/>
              <a:ext cx="224789" cy="280034"/>
            </a:xfrm>
            <a:custGeom>
              <a:avLst/>
              <a:gdLst>
                <a:gd name="connsiteX0" fmla="*/ 222885 w 224789"/>
                <a:gd name="connsiteY0" fmla="*/ 237172 h 280034"/>
                <a:gd name="connsiteX1" fmla="*/ 127635 w 224789"/>
                <a:gd name="connsiteY1" fmla="*/ 280035 h 280034"/>
                <a:gd name="connsiteX2" fmla="*/ 0 w 224789"/>
                <a:gd name="connsiteY2" fmla="*/ 140970 h 280034"/>
                <a:gd name="connsiteX3" fmla="*/ 128588 w 224789"/>
                <a:gd name="connsiteY3" fmla="*/ 0 h 280034"/>
                <a:gd name="connsiteX4" fmla="*/ 224790 w 224789"/>
                <a:gd name="connsiteY4" fmla="*/ 45720 h 280034"/>
                <a:gd name="connsiteX5" fmla="*/ 181927 w 224789"/>
                <a:gd name="connsiteY5" fmla="*/ 86678 h 280034"/>
                <a:gd name="connsiteX6" fmla="*/ 128588 w 224789"/>
                <a:gd name="connsiteY6" fmla="*/ 57150 h 280034"/>
                <a:gd name="connsiteX7" fmla="*/ 62865 w 224789"/>
                <a:gd name="connsiteY7" fmla="*/ 140018 h 280034"/>
                <a:gd name="connsiteX8" fmla="*/ 128588 w 224789"/>
                <a:gd name="connsiteY8" fmla="*/ 222885 h 280034"/>
                <a:gd name="connsiteX9" fmla="*/ 183833 w 224789"/>
                <a:gd name="connsiteY9" fmla="*/ 193358 h 280034"/>
                <a:gd name="connsiteX10" fmla="*/ 222885 w 224789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5" name="Freihandform: Form 147">
              <a:extLst>
                <a:ext uri="{FF2B5EF4-FFF2-40B4-BE49-F238E27FC236}">
                  <a16:creationId xmlns:a16="http://schemas.microsoft.com/office/drawing/2014/main" id="{186D1CEB-C6AC-476A-9332-094B6D872866}"/>
                </a:ext>
              </a:extLst>
            </p:cNvPr>
            <p:cNvSpPr/>
            <p:nvPr/>
          </p:nvSpPr>
          <p:spPr>
            <a:xfrm>
              <a:off x="4129087" y="2525076"/>
              <a:ext cx="229552" cy="389572"/>
            </a:xfrm>
            <a:custGeom>
              <a:avLst/>
              <a:gdLst>
                <a:gd name="connsiteX0" fmla="*/ 229553 w 229552"/>
                <a:gd name="connsiteY0" fmla="*/ 388620 h 389572"/>
                <a:gd name="connsiteX1" fmla="*/ 167640 w 229552"/>
                <a:gd name="connsiteY1" fmla="*/ 388620 h 389572"/>
                <a:gd name="connsiteX2" fmla="*/ 167640 w 229552"/>
                <a:gd name="connsiteY2" fmla="*/ 236220 h 389572"/>
                <a:gd name="connsiteX3" fmla="*/ 118110 w 229552"/>
                <a:gd name="connsiteY3" fmla="*/ 171450 h 389572"/>
                <a:gd name="connsiteX4" fmla="*/ 62865 w 229552"/>
                <a:gd name="connsiteY4" fmla="*/ 236220 h 389572"/>
                <a:gd name="connsiteX5" fmla="*/ 62865 w 229552"/>
                <a:gd name="connsiteY5" fmla="*/ 389573 h 389572"/>
                <a:gd name="connsiteX6" fmla="*/ 0 w 229552"/>
                <a:gd name="connsiteY6" fmla="*/ 389573 h 389572"/>
                <a:gd name="connsiteX7" fmla="*/ 0 w 229552"/>
                <a:gd name="connsiteY7" fmla="*/ 15240 h 389572"/>
                <a:gd name="connsiteX8" fmla="*/ 61913 w 229552"/>
                <a:gd name="connsiteY8" fmla="*/ 0 h 389572"/>
                <a:gd name="connsiteX9" fmla="*/ 61913 w 229552"/>
                <a:gd name="connsiteY9" fmla="*/ 155258 h 389572"/>
                <a:gd name="connsiteX10" fmla="*/ 62865 w 229552"/>
                <a:gd name="connsiteY10" fmla="*/ 155258 h 389572"/>
                <a:gd name="connsiteX11" fmla="*/ 140970 w 229552"/>
                <a:gd name="connsiteY11" fmla="*/ 116205 h 389572"/>
                <a:gd name="connsiteX12" fmla="*/ 228600 w 229552"/>
                <a:gd name="connsiteY12" fmla="*/ 223838 h 389572"/>
                <a:gd name="connsiteX13" fmla="*/ 228600 w 229552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389572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6" name="Freihandform: Form 148">
              <a:extLst>
                <a:ext uri="{FF2B5EF4-FFF2-40B4-BE49-F238E27FC236}">
                  <a16:creationId xmlns:a16="http://schemas.microsoft.com/office/drawing/2014/main" id="{E9F3C5BC-AB37-4C6E-A11D-E59A2D1BA271}"/>
                </a:ext>
              </a:extLst>
            </p:cNvPr>
            <p:cNvSpPr/>
            <p:nvPr/>
          </p:nvSpPr>
          <p:spPr>
            <a:xfrm>
              <a:off x="4430077" y="2721291"/>
              <a:ext cx="130492" cy="59055"/>
            </a:xfrm>
            <a:custGeom>
              <a:avLst/>
              <a:gdLst>
                <a:gd name="connsiteX0" fmla="*/ 130492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2 w 130492"/>
                <a:gd name="connsiteY3" fmla="*/ 0 h 59055"/>
                <a:gd name="connsiteX4" fmla="*/ 130492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7" name="Freihandform: Form 149">
              <a:extLst>
                <a:ext uri="{FF2B5EF4-FFF2-40B4-BE49-F238E27FC236}">
                  <a16:creationId xmlns:a16="http://schemas.microsoft.com/office/drawing/2014/main" id="{1067193A-5931-46C7-863C-1EE8BC28C35A}"/>
                </a:ext>
              </a:extLst>
            </p:cNvPr>
            <p:cNvSpPr/>
            <p:nvPr/>
          </p:nvSpPr>
          <p:spPr>
            <a:xfrm>
              <a:off x="4593906" y="2545079"/>
              <a:ext cx="342900" cy="368617"/>
            </a:xfrm>
            <a:custGeom>
              <a:avLst/>
              <a:gdLst>
                <a:gd name="connsiteX0" fmla="*/ 136208 w 342900"/>
                <a:gd name="connsiteY0" fmla="*/ 0 h 368617"/>
                <a:gd name="connsiteX1" fmla="*/ 205740 w 342900"/>
                <a:gd name="connsiteY1" fmla="*/ 0 h 368617"/>
                <a:gd name="connsiteX2" fmla="*/ 342900 w 342900"/>
                <a:gd name="connsiteY2" fmla="*/ 368618 h 368617"/>
                <a:gd name="connsiteX3" fmla="*/ 271463 w 342900"/>
                <a:gd name="connsiteY3" fmla="*/ 368618 h 368617"/>
                <a:gd name="connsiteX4" fmla="*/ 244793 w 342900"/>
                <a:gd name="connsiteY4" fmla="*/ 290512 h 368617"/>
                <a:gd name="connsiteX5" fmla="*/ 96203 w 342900"/>
                <a:gd name="connsiteY5" fmla="*/ 290512 h 368617"/>
                <a:gd name="connsiteX6" fmla="*/ 69533 w 342900"/>
                <a:gd name="connsiteY6" fmla="*/ 368618 h 368617"/>
                <a:gd name="connsiteX7" fmla="*/ 0 w 342900"/>
                <a:gd name="connsiteY7" fmla="*/ 368618 h 368617"/>
                <a:gd name="connsiteX8" fmla="*/ 136208 w 342900"/>
                <a:gd name="connsiteY8" fmla="*/ 0 h 368617"/>
                <a:gd name="connsiteX9" fmla="*/ 116205 w 342900"/>
                <a:gd name="connsiteY9" fmla="*/ 231458 h 368617"/>
                <a:gd name="connsiteX10" fmla="*/ 223838 w 342900"/>
                <a:gd name="connsiteY10" fmla="*/ 231458 h 368617"/>
                <a:gd name="connsiteX11" fmla="*/ 170498 w 342900"/>
                <a:gd name="connsiteY11" fmla="*/ 75247 h 368617"/>
                <a:gd name="connsiteX12" fmla="*/ 169545 w 342900"/>
                <a:gd name="connsiteY12" fmla="*/ 75247 h 368617"/>
                <a:gd name="connsiteX13" fmla="*/ 116205 w 342900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900" h="368617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8" name="Freihandform: Form 150">
              <a:extLst>
                <a:ext uri="{FF2B5EF4-FFF2-40B4-BE49-F238E27FC236}">
                  <a16:creationId xmlns:a16="http://schemas.microsoft.com/office/drawing/2014/main" id="{54CB7C97-C418-4174-8F9E-1D6145DD7A75}"/>
                </a:ext>
              </a:extLst>
            </p:cNvPr>
            <p:cNvSpPr/>
            <p:nvPr/>
          </p:nvSpPr>
          <p:spPr>
            <a:xfrm>
              <a:off x="4992052" y="2525076"/>
              <a:ext cx="61912" cy="388620"/>
            </a:xfrm>
            <a:custGeom>
              <a:avLst/>
              <a:gdLst>
                <a:gd name="connsiteX0" fmla="*/ 61913 w 61912"/>
                <a:gd name="connsiteY0" fmla="*/ 388620 h 388620"/>
                <a:gd name="connsiteX1" fmla="*/ 0 w 61912"/>
                <a:gd name="connsiteY1" fmla="*/ 388620 h 388620"/>
                <a:gd name="connsiteX2" fmla="*/ 0 w 61912"/>
                <a:gd name="connsiteY2" fmla="*/ 14288 h 388620"/>
                <a:gd name="connsiteX3" fmla="*/ 61913 w 61912"/>
                <a:gd name="connsiteY3" fmla="*/ 0 h 388620"/>
                <a:gd name="connsiteX4" fmla="*/ 61913 w 61912"/>
                <a:gd name="connsiteY4" fmla="*/ 388620 h 38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862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9" name="Freihandform: Form 151">
              <a:extLst>
                <a:ext uri="{FF2B5EF4-FFF2-40B4-BE49-F238E27FC236}">
                  <a16:creationId xmlns:a16="http://schemas.microsoft.com/office/drawing/2014/main" id="{DE670405-38D2-4185-902C-A2822090AD18}"/>
                </a:ext>
              </a:extLst>
            </p:cNvPr>
            <p:cNvSpPr/>
            <p:nvPr/>
          </p:nvSpPr>
          <p:spPr>
            <a:xfrm>
              <a:off x="512063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0" name="Freihandform: Form 152">
              <a:extLst>
                <a:ext uri="{FF2B5EF4-FFF2-40B4-BE49-F238E27FC236}">
                  <a16:creationId xmlns:a16="http://schemas.microsoft.com/office/drawing/2014/main" id="{971835CF-7B6C-4333-A3E5-A93B8FB25B03}"/>
                </a:ext>
              </a:extLst>
            </p:cNvPr>
            <p:cNvSpPr/>
            <p:nvPr/>
          </p:nvSpPr>
          <p:spPr>
            <a:xfrm>
              <a:off x="5397817" y="2646997"/>
              <a:ext cx="255269" cy="266700"/>
            </a:xfrm>
            <a:custGeom>
              <a:avLst/>
              <a:gdLst>
                <a:gd name="connsiteX0" fmla="*/ 255270 w 255269"/>
                <a:gd name="connsiteY0" fmla="*/ 266700 h 266700"/>
                <a:gd name="connsiteX1" fmla="*/ 183832 w 255269"/>
                <a:gd name="connsiteY1" fmla="*/ 266700 h 266700"/>
                <a:gd name="connsiteX2" fmla="*/ 126682 w 255269"/>
                <a:gd name="connsiteY2" fmla="*/ 174307 h 266700"/>
                <a:gd name="connsiteX3" fmla="*/ 125730 w 255269"/>
                <a:gd name="connsiteY3" fmla="*/ 174307 h 266700"/>
                <a:gd name="connsiteX4" fmla="*/ 70485 w 255269"/>
                <a:gd name="connsiteY4" fmla="*/ 266700 h 266700"/>
                <a:gd name="connsiteX5" fmla="*/ 0 w 255269"/>
                <a:gd name="connsiteY5" fmla="*/ 266700 h 266700"/>
                <a:gd name="connsiteX6" fmla="*/ 91440 w 255269"/>
                <a:gd name="connsiteY6" fmla="*/ 128588 h 266700"/>
                <a:gd name="connsiteX7" fmla="*/ 6667 w 255269"/>
                <a:gd name="connsiteY7" fmla="*/ 0 h 266700"/>
                <a:gd name="connsiteX8" fmla="*/ 77152 w 255269"/>
                <a:gd name="connsiteY8" fmla="*/ 0 h 266700"/>
                <a:gd name="connsiteX9" fmla="*/ 127635 w 255269"/>
                <a:gd name="connsiteY9" fmla="*/ 81915 h 266700"/>
                <a:gd name="connsiteX10" fmla="*/ 128588 w 255269"/>
                <a:gd name="connsiteY10" fmla="*/ 81915 h 266700"/>
                <a:gd name="connsiteX11" fmla="*/ 178117 w 255269"/>
                <a:gd name="connsiteY11" fmla="*/ 0 h 266700"/>
                <a:gd name="connsiteX12" fmla="*/ 247650 w 255269"/>
                <a:gd name="connsiteY12" fmla="*/ 0 h 266700"/>
                <a:gd name="connsiteX13" fmla="*/ 163830 w 255269"/>
                <a:gd name="connsiteY13" fmla="*/ 127635 h 266700"/>
                <a:gd name="connsiteX14" fmla="*/ 255270 w 255269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69" h="26670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1" name="Freihandform: Form 153">
              <a:extLst>
                <a:ext uri="{FF2B5EF4-FFF2-40B4-BE49-F238E27FC236}">
                  <a16:creationId xmlns:a16="http://schemas.microsoft.com/office/drawing/2014/main" id="{0E0FBC4D-C8C7-4019-94CA-F631210DEE9A}"/>
                </a:ext>
              </a:extLst>
            </p:cNvPr>
            <p:cNvSpPr/>
            <p:nvPr/>
          </p:nvSpPr>
          <p:spPr>
            <a:xfrm>
              <a:off x="5686407" y="2641281"/>
              <a:ext cx="225759" cy="279082"/>
            </a:xfrm>
            <a:custGeom>
              <a:avLst/>
              <a:gdLst>
                <a:gd name="connsiteX0" fmla="*/ 114317 w 225759"/>
                <a:gd name="connsiteY0" fmla="*/ 107632 h 279082"/>
                <a:gd name="connsiteX1" fmla="*/ 164799 w 225759"/>
                <a:gd name="connsiteY1" fmla="*/ 113347 h 279082"/>
                <a:gd name="connsiteX2" fmla="*/ 164799 w 225759"/>
                <a:gd name="connsiteY2" fmla="*/ 103822 h 279082"/>
                <a:gd name="connsiteX3" fmla="*/ 105744 w 225759"/>
                <a:gd name="connsiteY3" fmla="*/ 52388 h 279082"/>
                <a:gd name="connsiteX4" fmla="*/ 38117 w 225759"/>
                <a:gd name="connsiteY4" fmla="*/ 67628 h 279082"/>
                <a:gd name="connsiteX5" fmla="*/ 24782 w 225759"/>
                <a:gd name="connsiteY5" fmla="*/ 15240 h 279082"/>
                <a:gd name="connsiteX6" fmla="*/ 112412 w 225759"/>
                <a:gd name="connsiteY6" fmla="*/ 0 h 279082"/>
                <a:gd name="connsiteX7" fmla="*/ 225759 w 225759"/>
                <a:gd name="connsiteY7" fmla="*/ 102870 h 279082"/>
                <a:gd name="connsiteX8" fmla="*/ 225759 w 225759"/>
                <a:gd name="connsiteY8" fmla="*/ 273368 h 279082"/>
                <a:gd name="connsiteX9" fmla="*/ 166704 w 225759"/>
                <a:gd name="connsiteY9" fmla="*/ 273368 h 279082"/>
                <a:gd name="connsiteX10" fmla="*/ 166704 w 225759"/>
                <a:gd name="connsiteY10" fmla="*/ 244793 h 279082"/>
                <a:gd name="connsiteX11" fmla="*/ 165752 w 225759"/>
                <a:gd name="connsiteY11" fmla="*/ 244793 h 279082"/>
                <a:gd name="connsiteX12" fmla="*/ 87647 w 225759"/>
                <a:gd name="connsiteY12" fmla="*/ 279083 h 279082"/>
                <a:gd name="connsiteX13" fmla="*/ 17 w 225759"/>
                <a:gd name="connsiteY13" fmla="*/ 194310 h 279082"/>
                <a:gd name="connsiteX14" fmla="*/ 114317 w 225759"/>
                <a:gd name="connsiteY14" fmla="*/ 107632 h 279082"/>
                <a:gd name="connsiteX15" fmla="*/ 103839 w 225759"/>
                <a:gd name="connsiteY15" fmla="*/ 232410 h 279082"/>
                <a:gd name="connsiteX16" fmla="*/ 164799 w 225759"/>
                <a:gd name="connsiteY16" fmla="*/ 200025 h 279082"/>
                <a:gd name="connsiteX17" fmla="*/ 164799 w 225759"/>
                <a:gd name="connsiteY17" fmla="*/ 154305 h 279082"/>
                <a:gd name="connsiteX18" fmla="*/ 120984 w 225759"/>
                <a:gd name="connsiteY18" fmla="*/ 149543 h 279082"/>
                <a:gd name="connsiteX19" fmla="*/ 59072 w 225759"/>
                <a:gd name="connsiteY19" fmla="*/ 193358 h 279082"/>
                <a:gd name="connsiteX20" fmla="*/ 103839 w 225759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9" h="279082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2" name="Freihandform: Form 154">
              <a:extLst>
                <a:ext uri="{FF2B5EF4-FFF2-40B4-BE49-F238E27FC236}">
                  <a16:creationId xmlns:a16="http://schemas.microsoft.com/office/drawing/2014/main" id="{5C7494CF-48B4-4837-8666-9DBF90D1381B}"/>
                </a:ext>
              </a:extLst>
            </p:cNvPr>
            <p:cNvSpPr/>
            <p:nvPr/>
          </p:nvSpPr>
          <p:spPr>
            <a:xfrm>
              <a:off x="5991224" y="2641281"/>
              <a:ext cx="229552" cy="273367"/>
            </a:xfrm>
            <a:custGeom>
              <a:avLst/>
              <a:gdLst>
                <a:gd name="connsiteX0" fmla="*/ 229553 w 229552"/>
                <a:gd name="connsiteY0" fmla="*/ 272415 h 273367"/>
                <a:gd name="connsiteX1" fmla="*/ 166688 w 229552"/>
                <a:gd name="connsiteY1" fmla="*/ 272415 h 273367"/>
                <a:gd name="connsiteX2" fmla="*/ 166688 w 229552"/>
                <a:gd name="connsiteY2" fmla="*/ 120015 h 273367"/>
                <a:gd name="connsiteX3" fmla="*/ 117157 w 229552"/>
                <a:gd name="connsiteY3" fmla="*/ 55245 h 273367"/>
                <a:gd name="connsiteX4" fmla="*/ 61913 w 229552"/>
                <a:gd name="connsiteY4" fmla="*/ 120015 h 273367"/>
                <a:gd name="connsiteX5" fmla="*/ 61913 w 229552"/>
                <a:gd name="connsiteY5" fmla="*/ 273368 h 273367"/>
                <a:gd name="connsiteX6" fmla="*/ 0 w 229552"/>
                <a:gd name="connsiteY6" fmla="*/ 273368 h 273367"/>
                <a:gd name="connsiteX7" fmla="*/ 0 w 229552"/>
                <a:gd name="connsiteY7" fmla="*/ 6668 h 273367"/>
                <a:gd name="connsiteX8" fmla="*/ 61913 w 229552"/>
                <a:gd name="connsiteY8" fmla="*/ 6668 h 273367"/>
                <a:gd name="connsiteX9" fmla="*/ 61913 w 229552"/>
                <a:gd name="connsiteY9" fmla="*/ 39053 h 273367"/>
                <a:gd name="connsiteX10" fmla="*/ 62865 w 229552"/>
                <a:gd name="connsiteY10" fmla="*/ 39053 h 273367"/>
                <a:gd name="connsiteX11" fmla="*/ 140970 w 229552"/>
                <a:gd name="connsiteY11" fmla="*/ 0 h 273367"/>
                <a:gd name="connsiteX12" fmla="*/ 228600 w 229552"/>
                <a:gd name="connsiteY12" fmla="*/ 107632 h 273367"/>
                <a:gd name="connsiteX13" fmla="*/ 228600 w 229552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273367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3" name="Freihandform: Form 155">
              <a:extLst>
                <a:ext uri="{FF2B5EF4-FFF2-40B4-BE49-F238E27FC236}">
                  <a16:creationId xmlns:a16="http://schemas.microsoft.com/office/drawing/2014/main" id="{49E6FB25-E978-4728-AD88-800757491160}"/>
                </a:ext>
              </a:extLst>
            </p:cNvPr>
            <p:cNvSpPr/>
            <p:nvPr/>
          </p:nvSpPr>
          <p:spPr>
            <a:xfrm>
              <a:off x="628649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3 w 248602"/>
                <a:gd name="connsiteY7" fmla="*/ 389573 h 396239"/>
                <a:gd name="connsiteX8" fmla="*/ 187643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3 w 248602"/>
                <a:gd name="connsiteY14" fmla="*/ 305753 h 396239"/>
                <a:gd name="connsiteX15" fmla="*/ 187643 w 248602"/>
                <a:gd name="connsiteY15" fmla="*/ 207645 h 396239"/>
                <a:gd name="connsiteX16" fmla="*/ 123825 w 248602"/>
                <a:gd name="connsiteY16" fmla="*/ 172402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4" name="Freihandform: Form 156">
              <a:extLst>
                <a:ext uri="{FF2B5EF4-FFF2-40B4-BE49-F238E27FC236}">
                  <a16:creationId xmlns:a16="http://schemas.microsoft.com/office/drawing/2014/main" id="{008839D8-CF39-47F2-B45D-466DCE8D2089}"/>
                </a:ext>
              </a:extLst>
            </p:cNvPr>
            <p:cNvSpPr/>
            <p:nvPr/>
          </p:nvSpPr>
          <p:spPr>
            <a:xfrm>
              <a:off x="660272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5" name="Freihandform: Form 157">
              <a:extLst>
                <a:ext uri="{FF2B5EF4-FFF2-40B4-BE49-F238E27FC236}">
                  <a16:creationId xmlns:a16="http://schemas.microsoft.com/office/drawing/2014/main" id="{87CB6786-EE51-4B42-B115-EF738338EFD6}"/>
                </a:ext>
              </a:extLst>
            </p:cNvPr>
            <p:cNvSpPr/>
            <p:nvPr/>
          </p:nvSpPr>
          <p:spPr>
            <a:xfrm>
              <a:off x="6916101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6" name="Freihandform: Form 158">
              <a:extLst>
                <a:ext uri="{FF2B5EF4-FFF2-40B4-BE49-F238E27FC236}">
                  <a16:creationId xmlns:a16="http://schemas.microsoft.com/office/drawing/2014/main" id="{DC64D025-55B4-4FB3-B026-3F80E46CB62F}"/>
                </a:ext>
              </a:extLst>
            </p:cNvPr>
            <p:cNvSpPr/>
            <p:nvPr/>
          </p:nvSpPr>
          <p:spPr>
            <a:xfrm>
              <a:off x="7115174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7" name="Freihandform: Form 159">
              <a:extLst>
                <a:ext uri="{FF2B5EF4-FFF2-40B4-BE49-F238E27FC236}">
                  <a16:creationId xmlns:a16="http://schemas.microsoft.com/office/drawing/2014/main" id="{46477FC2-F27E-4227-BD4A-A579B0E3BCAC}"/>
                </a:ext>
              </a:extLst>
            </p:cNvPr>
            <p:cNvSpPr/>
            <p:nvPr/>
          </p:nvSpPr>
          <p:spPr>
            <a:xfrm>
              <a:off x="732472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8" name="Freihandform: Form 160">
              <a:extLst>
                <a:ext uri="{FF2B5EF4-FFF2-40B4-BE49-F238E27FC236}">
                  <a16:creationId xmlns:a16="http://schemas.microsoft.com/office/drawing/2014/main" id="{8216D39B-5540-40A1-A4FE-0977EDD61291}"/>
                </a:ext>
              </a:extLst>
            </p:cNvPr>
            <p:cNvSpPr/>
            <p:nvPr/>
          </p:nvSpPr>
          <p:spPr>
            <a:xfrm>
              <a:off x="7697151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9" name="Freihandform: Form 161">
              <a:extLst>
                <a:ext uri="{FF2B5EF4-FFF2-40B4-BE49-F238E27FC236}">
                  <a16:creationId xmlns:a16="http://schemas.microsoft.com/office/drawing/2014/main" id="{0D0125F0-800E-463E-8D1B-64F3CB8BF366}"/>
                </a:ext>
              </a:extLst>
            </p:cNvPr>
            <p:cNvSpPr/>
            <p:nvPr/>
          </p:nvSpPr>
          <p:spPr>
            <a:xfrm>
              <a:off x="799623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0" name="Freihandform: Form 162">
              <a:extLst>
                <a:ext uri="{FF2B5EF4-FFF2-40B4-BE49-F238E27FC236}">
                  <a16:creationId xmlns:a16="http://schemas.microsoft.com/office/drawing/2014/main" id="{146A0CD7-6859-4214-92C0-23DF7EF4C2EA}"/>
                </a:ext>
              </a:extLst>
            </p:cNvPr>
            <p:cNvSpPr/>
            <p:nvPr/>
          </p:nvSpPr>
          <p:spPr>
            <a:xfrm>
              <a:off x="8119109" y="2647949"/>
              <a:ext cx="259079" cy="266700"/>
            </a:xfrm>
            <a:custGeom>
              <a:avLst/>
              <a:gdLst>
                <a:gd name="connsiteX0" fmla="*/ 259080 w 259079"/>
                <a:gd name="connsiteY0" fmla="*/ 0 h 266700"/>
                <a:gd name="connsiteX1" fmla="*/ 161925 w 259079"/>
                <a:gd name="connsiteY1" fmla="*/ 266700 h 266700"/>
                <a:gd name="connsiteX2" fmla="*/ 97155 w 259079"/>
                <a:gd name="connsiteY2" fmla="*/ 266700 h 266700"/>
                <a:gd name="connsiteX3" fmla="*/ 0 w 259079"/>
                <a:gd name="connsiteY3" fmla="*/ 0 h 266700"/>
                <a:gd name="connsiteX4" fmla="*/ 68580 w 259079"/>
                <a:gd name="connsiteY4" fmla="*/ 0 h 266700"/>
                <a:gd name="connsiteX5" fmla="*/ 129540 w 259079"/>
                <a:gd name="connsiteY5" fmla="*/ 193358 h 266700"/>
                <a:gd name="connsiteX6" fmla="*/ 130492 w 259079"/>
                <a:gd name="connsiteY6" fmla="*/ 193358 h 266700"/>
                <a:gd name="connsiteX7" fmla="*/ 191452 w 259079"/>
                <a:gd name="connsiteY7" fmla="*/ 0 h 266700"/>
                <a:gd name="connsiteX8" fmla="*/ 259080 w 259079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79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1" name="Freihandform: Form 163">
              <a:extLst>
                <a:ext uri="{FF2B5EF4-FFF2-40B4-BE49-F238E27FC236}">
                  <a16:creationId xmlns:a16="http://schemas.microsoft.com/office/drawing/2014/main" id="{985BE577-0FF9-4FC2-8358-EFBEAB443ADF}"/>
                </a:ext>
              </a:extLst>
            </p:cNvPr>
            <p:cNvSpPr/>
            <p:nvPr/>
          </p:nvSpPr>
          <p:spPr>
            <a:xfrm>
              <a:off x="840676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3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2" name="Freihandform: Form 165">
              <a:extLst>
                <a:ext uri="{FF2B5EF4-FFF2-40B4-BE49-F238E27FC236}">
                  <a16:creationId xmlns:a16="http://schemas.microsoft.com/office/drawing/2014/main" id="{7F00620C-34B6-4BDA-B82C-58E9EB46CD87}"/>
                </a:ext>
              </a:extLst>
            </p:cNvPr>
            <p:cNvSpPr/>
            <p:nvPr/>
          </p:nvSpPr>
          <p:spPr>
            <a:xfrm>
              <a:off x="8720137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3" name="Freihandform: Form 166">
              <a:extLst>
                <a:ext uri="{FF2B5EF4-FFF2-40B4-BE49-F238E27FC236}">
                  <a16:creationId xmlns:a16="http://schemas.microsoft.com/office/drawing/2014/main" id="{339B19B3-4A29-4A14-B212-56BE46FDD386}"/>
                </a:ext>
              </a:extLst>
            </p:cNvPr>
            <p:cNvSpPr/>
            <p:nvPr/>
          </p:nvSpPr>
          <p:spPr>
            <a:xfrm>
              <a:off x="8909684" y="2640329"/>
              <a:ext cx="205739" cy="280034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2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4" name="Freihandform: Form 168">
              <a:extLst>
                <a:ext uri="{FF2B5EF4-FFF2-40B4-BE49-F238E27FC236}">
                  <a16:creationId xmlns:a16="http://schemas.microsoft.com/office/drawing/2014/main" id="{742737B4-2C98-4A08-86E8-9D73E9EF3021}"/>
                </a:ext>
              </a:extLst>
            </p:cNvPr>
            <p:cNvSpPr/>
            <p:nvPr/>
          </p:nvSpPr>
          <p:spPr>
            <a:xfrm>
              <a:off x="9173526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3 w 79057"/>
                <a:gd name="connsiteY1" fmla="*/ 76200 h 384810"/>
                <a:gd name="connsiteX2" fmla="*/ 0 w 79057"/>
                <a:gd name="connsiteY2" fmla="*/ 38100 h 384810"/>
                <a:gd name="connsiteX3" fmla="*/ 39053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5" name="Freihandform: Form 169">
              <a:extLst>
                <a:ext uri="{FF2B5EF4-FFF2-40B4-BE49-F238E27FC236}">
                  <a16:creationId xmlns:a16="http://schemas.microsoft.com/office/drawing/2014/main" id="{293B0423-5641-45E8-8207-F26F521415A2}"/>
                </a:ext>
              </a:extLst>
            </p:cNvPr>
            <p:cNvSpPr/>
            <p:nvPr/>
          </p:nvSpPr>
          <p:spPr>
            <a:xfrm>
              <a:off x="9297351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8 w 165735"/>
                <a:gd name="connsiteY3" fmla="*/ 282892 h 358139"/>
                <a:gd name="connsiteX4" fmla="*/ 40958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6" name="Freihandform: Form 170">
              <a:extLst>
                <a:ext uri="{FF2B5EF4-FFF2-40B4-BE49-F238E27FC236}">
                  <a16:creationId xmlns:a16="http://schemas.microsoft.com/office/drawing/2014/main" id="{E0B3E945-C858-4147-B293-D2E87239BBD8}"/>
                </a:ext>
              </a:extLst>
            </p:cNvPr>
            <p:cNvSpPr/>
            <p:nvPr/>
          </p:nvSpPr>
          <p:spPr>
            <a:xfrm>
              <a:off x="9511664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3 w 225742"/>
                <a:gd name="connsiteY1" fmla="*/ 220980 h 386714"/>
                <a:gd name="connsiteX2" fmla="*/ 164783 w 225742"/>
                <a:gd name="connsiteY2" fmla="*/ 211455 h 386714"/>
                <a:gd name="connsiteX3" fmla="*/ 105728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3823 w 225742"/>
                <a:gd name="connsiteY20" fmla="*/ 340042 h 386714"/>
                <a:gd name="connsiteX21" fmla="*/ 164783 w 225742"/>
                <a:gd name="connsiteY21" fmla="*/ 307658 h 386714"/>
                <a:gd name="connsiteX22" fmla="*/ 164783 w 225742"/>
                <a:gd name="connsiteY22" fmla="*/ 261938 h 386714"/>
                <a:gd name="connsiteX23" fmla="*/ 120968 w 225742"/>
                <a:gd name="connsiteY23" fmla="*/ 257175 h 386714"/>
                <a:gd name="connsiteX24" fmla="*/ 59055 w 225742"/>
                <a:gd name="connsiteY24" fmla="*/ 300990 h 386714"/>
                <a:gd name="connsiteX25" fmla="*/ 103823 w 225742"/>
                <a:gd name="connsiteY25" fmla="*/ 340042 h 386714"/>
                <a:gd name="connsiteX26" fmla="*/ 172403 w 225742"/>
                <a:gd name="connsiteY26" fmla="*/ 72390 h 386714"/>
                <a:gd name="connsiteX27" fmla="*/ 135255 w 225742"/>
                <a:gd name="connsiteY27" fmla="*/ 36195 h 386714"/>
                <a:gd name="connsiteX28" fmla="*/ 172403 w 225742"/>
                <a:gd name="connsiteY28" fmla="*/ 0 h 386714"/>
                <a:gd name="connsiteX29" fmla="*/ 209550 w 225742"/>
                <a:gd name="connsiteY29" fmla="*/ 36195 h 386714"/>
                <a:gd name="connsiteX30" fmla="*/ 172403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7" name="Freihandform: Form 171">
              <a:extLst>
                <a:ext uri="{FF2B5EF4-FFF2-40B4-BE49-F238E27FC236}">
                  <a16:creationId xmlns:a16="http://schemas.microsoft.com/office/drawing/2014/main" id="{43BE13AA-ACA9-4AA6-A807-B907AAAAEEB2}"/>
                </a:ext>
              </a:extLst>
            </p:cNvPr>
            <p:cNvSpPr/>
            <p:nvPr/>
          </p:nvSpPr>
          <p:spPr>
            <a:xfrm>
              <a:off x="9785984" y="2562224"/>
              <a:ext cx="165734" cy="358139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7 w 165734"/>
                <a:gd name="connsiteY9" fmla="*/ 0 h 358139"/>
                <a:gd name="connsiteX10" fmla="*/ 101917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7 w 165734"/>
                <a:gd name="connsiteY13" fmla="*/ 138113 h 358139"/>
                <a:gd name="connsiteX14" fmla="*/ 101917 w 165734"/>
                <a:gd name="connsiteY14" fmla="*/ 269558 h 358139"/>
                <a:gd name="connsiteX15" fmla="*/ 130492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8" name="Freihandform: Form 172">
              <a:extLst>
                <a:ext uri="{FF2B5EF4-FFF2-40B4-BE49-F238E27FC236}">
                  <a16:creationId xmlns:a16="http://schemas.microsoft.com/office/drawing/2014/main" id="{CF90458F-609A-4259-BE9D-3CA89FB4F362}"/>
                </a:ext>
              </a:extLst>
            </p:cNvPr>
            <p:cNvSpPr/>
            <p:nvPr/>
          </p:nvSpPr>
          <p:spPr>
            <a:xfrm>
              <a:off x="2242184" y="3122294"/>
              <a:ext cx="275272" cy="368617"/>
            </a:xfrm>
            <a:custGeom>
              <a:avLst/>
              <a:gdLst>
                <a:gd name="connsiteX0" fmla="*/ 275273 w 275272"/>
                <a:gd name="connsiteY0" fmla="*/ 60960 h 368617"/>
                <a:gd name="connsiteX1" fmla="*/ 170498 w 275272"/>
                <a:gd name="connsiteY1" fmla="*/ 60960 h 368617"/>
                <a:gd name="connsiteX2" fmla="*/ 170498 w 275272"/>
                <a:gd name="connsiteY2" fmla="*/ 368617 h 368617"/>
                <a:gd name="connsiteX3" fmla="*/ 104775 w 275272"/>
                <a:gd name="connsiteY3" fmla="*/ 368617 h 368617"/>
                <a:gd name="connsiteX4" fmla="*/ 104775 w 275272"/>
                <a:gd name="connsiteY4" fmla="*/ 60960 h 368617"/>
                <a:gd name="connsiteX5" fmla="*/ 0 w 275272"/>
                <a:gd name="connsiteY5" fmla="*/ 60960 h 368617"/>
                <a:gd name="connsiteX6" fmla="*/ 0 w 275272"/>
                <a:gd name="connsiteY6" fmla="*/ 0 h 368617"/>
                <a:gd name="connsiteX7" fmla="*/ 275273 w 275272"/>
                <a:gd name="connsiteY7" fmla="*/ 0 h 368617"/>
                <a:gd name="connsiteX8" fmla="*/ 275273 w 275272"/>
                <a:gd name="connsiteY8" fmla="*/ 60960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272" h="368617">
                  <a:moveTo>
                    <a:pt x="275273" y="60960"/>
                  </a:moveTo>
                  <a:lnTo>
                    <a:pt x="170498" y="60960"/>
                  </a:lnTo>
                  <a:lnTo>
                    <a:pt x="170498" y="368617"/>
                  </a:lnTo>
                  <a:lnTo>
                    <a:pt x="104775" y="368617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75273" y="0"/>
                  </a:lnTo>
                  <a:lnTo>
                    <a:pt x="275273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9" name="Freihandform: Form 173">
              <a:extLst>
                <a:ext uri="{FF2B5EF4-FFF2-40B4-BE49-F238E27FC236}">
                  <a16:creationId xmlns:a16="http://schemas.microsoft.com/office/drawing/2014/main" id="{4712EA49-862E-4EF0-9F8A-1ADDA6224498}"/>
                </a:ext>
              </a:extLst>
            </p:cNvPr>
            <p:cNvSpPr/>
            <p:nvPr/>
          </p:nvSpPr>
          <p:spPr>
            <a:xfrm>
              <a:off x="2519362" y="3217544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7 w 242887"/>
                <a:gd name="connsiteY5" fmla="*/ 160972 h 279082"/>
                <a:gd name="connsiteX6" fmla="*/ 133350 w 242887"/>
                <a:gd name="connsiteY6" fmla="*/ 225742 h 279082"/>
                <a:gd name="connsiteX7" fmla="*/ 199073 w 242887"/>
                <a:gd name="connsiteY7" fmla="*/ 194310 h 279082"/>
                <a:gd name="connsiteX8" fmla="*/ 238125 w 242887"/>
                <a:gd name="connsiteY8" fmla="*/ 235267 h 279082"/>
                <a:gd name="connsiteX9" fmla="*/ 132398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3817" y="160972"/>
                  </a:lnTo>
                  <a:cubicBezTo>
                    <a:pt x="70485" y="201930"/>
                    <a:pt x="95250" y="225742"/>
                    <a:pt x="133350" y="225742"/>
                  </a:cubicBezTo>
                  <a:cubicBezTo>
                    <a:pt x="158115" y="225742"/>
                    <a:pt x="178117" y="216217"/>
                    <a:pt x="199073" y="194310"/>
                  </a:cubicBezTo>
                  <a:lnTo>
                    <a:pt x="238125" y="235267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0" name="Freihandform: Form 174">
              <a:extLst>
                <a:ext uri="{FF2B5EF4-FFF2-40B4-BE49-F238E27FC236}">
                  <a16:creationId xmlns:a16="http://schemas.microsoft.com/office/drawing/2014/main" id="{B945C353-FD17-4A5B-8B6F-98A97C842701}"/>
                </a:ext>
              </a:extLst>
            </p:cNvPr>
            <p:cNvSpPr/>
            <p:nvPr/>
          </p:nvSpPr>
          <p:spPr>
            <a:xfrm>
              <a:off x="2816541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3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1" name="Freihandform: Form 175">
              <a:extLst>
                <a:ext uri="{FF2B5EF4-FFF2-40B4-BE49-F238E27FC236}">
                  <a16:creationId xmlns:a16="http://schemas.microsoft.com/office/drawing/2014/main" id="{DDA96090-16B7-4320-8DD7-C9942045764E}"/>
                </a:ext>
              </a:extLst>
            </p:cNvPr>
            <p:cNvSpPr/>
            <p:nvPr/>
          </p:nvSpPr>
          <p:spPr>
            <a:xfrm>
              <a:off x="3095624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2" name="Freihandform: Form 176">
              <a:extLst>
                <a:ext uri="{FF2B5EF4-FFF2-40B4-BE49-F238E27FC236}">
                  <a16:creationId xmlns:a16="http://schemas.microsoft.com/office/drawing/2014/main" id="{1570DDC3-20AD-493B-823E-818BCF15B2A6}"/>
                </a:ext>
              </a:extLst>
            </p:cNvPr>
            <p:cNvSpPr/>
            <p:nvPr/>
          </p:nvSpPr>
          <p:spPr>
            <a:xfrm>
              <a:off x="3404234" y="321754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3" name="Freihandform: Form 177">
              <a:extLst>
                <a:ext uri="{FF2B5EF4-FFF2-40B4-BE49-F238E27FC236}">
                  <a16:creationId xmlns:a16="http://schemas.microsoft.com/office/drawing/2014/main" id="{19145184-5E89-434D-8750-C224737A6434}"/>
                </a:ext>
              </a:extLst>
            </p:cNvPr>
            <p:cNvSpPr/>
            <p:nvPr/>
          </p:nvSpPr>
          <p:spPr>
            <a:xfrm>
              <a:off x="3703319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2 w 79057"/>
                <a:gd name="connsiteY1" fmla="*/ 76200 h 384809"/>
                <a:gd name="connsiteX2" fmla="*/ 0 w 79057"/>
                <a:gd name="connsiteY2" fmla="*/ 38100 h 384809"/>
                <a:gd name="connsiteX3" fmla="*/ 39052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2 w 79057"/>
                <a:gd name="connsiteY6" fmla="*/ 384810 h 384809"/>
                <a:gd name="connsiteX7" fmla="*/ 8572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4" name="Freihandform: Form 178">
              <a:extLst>
                <a:ext uri="{FF2B5EF4-FFF2-40B4-BE49-F238E27FC236}">
                  <a16:creationId xmlns:a16="http://schemas.microsoft.com/office/drawing/2014/main" id="{803B10AC-6931-4001-A1B7-7CF42BA55D5A}"/>
                </a:ext>
              </a:extLst>
            </p:cNvPr>
            <p:cNvSpPr/>
            <p:nvPr/>
          </p:nvSpPr>
          <p:spPr>
            <a:xfrm>
              <a:off x="3830954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2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2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5" name="Freihandform: Form 179">
              <a:extLst>
                <a:ext uri="{FF2B5EF4-FFF2-40B4-BE49-F238E27FC236}">
                  <a16:creationId xmlns:a16="http://schemas.microsoft.com/office/drawing/2014/main" id="{9760ACC4-9638-4203-8218-C4F9F5B9081E}"/>
                </a:ext>
              </a:extLst>
            </p:cNvPr>
            <p:cNvSpPr/>
            <p:nvPr/>
          </p:nvSpPr>
          <p:spPr>
            <a:xfrm>
              <a:off x="4087177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5735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6" name="Freihandform: Form 180">
              <a:extLst>
                <a:ext uri="{FF2B5EF4-FFF2-40B4-BE49-F238E27FC236}">
                  <a16:creationId xmlns:a16="http://schemas.microsoft.com/office/drawing/2014/main" id="{F4DA659B-46D1-483B-921F-5ADBD0D6BF93}"/>
                </a:ext>
              </a:extLst>
            </p:cNvPr>
            <p:cNvSpPr/>
            <p:nvPr/>
          </p:nvSpPr>
          <p:spPr>
            <a:xfrm>
              <a:off x="4366259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7" name="Freihandform: Form 181">
              <a:extLst>
                <a:ext uri="{FF2B5EF4-FFF2-40B4-BE49-F238E27FC236}">
                  <a16:creationId xmlns:a16="http://schemas.microsoft.com/office/drawing/2014/main" id="{24F411BC-167A-42AD-BAC7-B207DC552C06}"/>
                </a:ext>
              </a:extLst>
            </p:cNvPr>
            <p:cNvSpPr/>
            <p:nvPr/>
          </p:nvSpPr>
          <p:spPr>
            <a:xfrm>
              <a:off x="4659629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8" name="Freihandform: Form 182">
              <a:extLst>
                <a:ext uri="{FF2B5EF4-FFF2-40B4-BE49-F238E27FC236}">
                  <a16:creationId xmlns:a16="http://schemas.microsoft.com/office/drawing/2014/main" id="{1D9E10A9-521A-4697-87DA-AFE9E5D6190D}"/>
                </a:ext>
              </a:extLst>
            </p:cNvPr>
            <p:cNvSpPr/>
            <p:nvPr/>
          </p:nvSpPr>
          <p:spPr>
            <a:xfrm>
              <a:off x="5130164" y="3122294"/>
              <a:ext cx="231457" cy="368617"/>
            </a:xfrm>
            <a:custGeom>
              <a:avLst/>
              <a:gdLst>
                <a:gd name="connsiteX0" fmla="*/ 231457 w 231457"/>
                <a:gd name="connsiteY0" fmla="*/ 60007 h 368617"/>
                <a:gd name="connsiteX1" fmla="*/ 65722 w 231457"/>
                <a:gd name="connsiteY1" fmla="*/ 60007 h 368617"/>
                <a:gd name="connsiteX2" fmla="*/ 65722 w 231457"/>
                <a:gd name="connsiteY2" fmla="*/ 151447 h 368617"/>
                <a:gd name="connsiteX3" fmla="*/ 189547 w 231457"/>
                <a:gd name="connsiteY3" fmla="*/ 151447 h 368617"/>
                <a:gd name="connsiteX4" fmla="*/ 189547 w 231457"/>
                <a:gd name="connsiteY4" fmla="*/ 211455 h 368617"/>
                <a:gd name="connsiteX5" fmla="*/ 65722 w 231457"/>
                <a:gd name="connsiteY5" fmla="*/ 211455 h 368617"/>
                <a:gd name="connsiteX6" fmla="*/ 65722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7 w 231457"/>
                <a:gd name="connsiteY9" fmla="*/ 0 h 368617"/>
                <a:gd name="connsiteX10" fmla="*/ 231457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9" name="Freihandform: Form 183">
              <a:extLst>
                <a:ext uri="{FF2B5EF4-FFF2-40B4-BE49-F238E27FC236}">
                  <a16:creationId xmlns:a16="http://schemas.microsoft.com/office/drawing/2014/main" id="{4E71DC8E-A334-4617-AA90-66BF6CD79686}"/>
                </a:ext>
              </a:extLst>
            </p:cNvPr>
            <p:cNvSpPr/>
            <p:nvPr/>
          </p:nvSpPr>
          <p:spPr>
            <a:xfrm>
              <a:off x="5373052" y="3217544"/>
              <a:ext cx="226694" cy="279082"/>
            </a:xfrm>
            <a:custGeom>
              <a:avLst/>
              <a:gdLst>
                <a:gd name="connsiteX0" fmla="*/ 115253 w 226694"/>
                <a:gd name="connsiteY0" fmla="*/ 107633 h 279082"/>
                <a:gd name="connsiteX1" fmla="*/ 165735 w 226694"/>
                <a:gd name="connsiteY1" fmla="*/ 113347 h 279082"/>
                <a:gd name="connsiteX2" fmla="*/ 165735 w 226694"/>
                <a:gd name="connsiteY2" fmla="*/ 103822 h 279082"/>
                <a:gd name="connsiteX3" fmla="*/ 106680 w 226694"/>
                <a:gd name="connsiteY3" fmla="*/ 52388 h 279082"/>
                <a:gd name="connsiteX4" fmla="*/ 39053 w 226694"/>
                <a:gd name="connsiteY4" fmla="*/ 67627 h 279082"/>
                <a:gd name="connsiteX5" fmla="*/ 25717 w 226694"/>
                <a:gd name="connsiteY5" fmla="*/ 15240 h 279082"/>
                <a:gd name="connsiteX6" fmla="*/ 113347 w 226694"/>
                <a:gd name="connsiteY6" fmla="*/ 0 h 279082"/>
                <a:gd name="connsiteX7" fmla="*/ 226695 w 226694"/>
                <a:gd name="connsiteY7" fmla="*/ 102870 h 279082"/>
                <a:gd name="connsiteX8" fmla="*/ 226695 w 226694"/>
                <a:gd name="connsiteY8" fmla="*/ 273367 h 279082"/>
                <a:gd name="connsiteX9" fmla="*/ 167640 w 226694"/>
                <a:gd name="connsiteY9" fmla="*/ 273367 h 279082"/>
                <a:gd name="connsiteX10" fmla="*/ 167640 w 226694"/>
                <a:gd name="connsiteY10" fmla="*/ 244792 h 279082"/>
                <a:gd name="connsiteX11" fmla="*/ 165735 w 226694"/>
                <a:gd name="connsiteY11" fmla="*/ 244792 h 279082"/>
                <a:gd name="connsiteX12" fmla="*/ 87630 w 226694"/>
                <a:gd name="connsiteY12" fmla="*/ 279083 h 279082"/>
                <a:gd name="connsiteX13" fmla="*/ 0 w 226694"/>
                <a:gd name="connsiteY13" fmla="*/ 194310 h 279082"/>
                <a:gd name="connsiteX14" fmla="*/ 115253 w 226694"/>
                <a:gd name="connsiteY14" fmla="*/ 107633 h 279082"/>
                <a:gd name="connsiteX15" fmla="*/ 104775 w 226694"/>
                <a:gd name="connsiteY15" fmla="*/ 232410 h 279082"/>
                <a:gd name="connsiteX16" fmla="*/ 165735 w 226694"/>
                <a:gd name="connsiteY16" fmla="*/ 200025 h 279082"/>
                <a:gd name="connsiteX17" fmla="*/ 165735 w 226694"/>
                <a:gd name="connsiteY17" fmla="*/ 153352 h 279082"/>
                <a:gd name="connsiteX18" fmla="*/ 121920 w 226694"/>
                <a:gd name="connsiteY18" fmla="*/ 148590 h 279082"/>
                <a:gd name="connsiteX19" fmla="*/ 60007 w 226694"/>
                <a:gd name="connsiteY19" fmla="*/ 192405 h 279082"/>
                <a:gd name="connsiteX20" fmla="*/ 104775 w 226694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6694" h="279082">
                  <a:moveTo>
                    <a:pt x="115253" y="107633"/>
                  </a:moveTo>
                  <a:cubicBezTo>
                    <a:pt x="132397" y="107633"/>
                    <a:pt x="148590" y="108585"/>
                    <a:pt x="165735" y="113347"/>
                  </a:cubicBezTo>
                  <a:lnTo>
                    <a:pt x="165735" y="103822"/>
                  </a:lnTo>
                  <a:cubicBezTo>
                    <a:pt x="165735" y="69532"/>
                    <a:pt x="145732" y="52388"/>
                    <a:pt x="106680" y="52388"/>
                  </a:cubicBezTo>
                  <a:cubicBezTo>
                    <a:pt x="84772" y="52388"/>
                    <a:pt x="60960" y="57150"/>
                    <a:pt x="39053" y="67627"/>
                  </a:cubicBezTo>
                  <a:lnTo>
                    <a:pt x="25717" y="15240"/>
                  </a:lnTo>
                  <a:cubicBezTo>
                    <a:pt x="50482" y="5715"/>
                    <a:pt x="82867" y="0"/>
                    <a:pt x="113347" y="0"/>
                  </a:cubicBezTo>
                  <a:cubicBezTo>
                    <a:pt x="188595" y="0"/>
                    <a:pt x="226695" y="35242"/>
                    <a:pt x="226695" y="102870"/>
                  </a:cubicBezTo>
                  <a:lnTo>
                    <a:pt x="226695" y="273367"/>
                  </a:lnTo>
                  <a:lnTo>
                    <a:pt x="167640" y="273367"/>
                  </a:lnTo>
                  <a:lnTo>
                    <a:pt x="167640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5253" y="107633"/>
                  </a:cubicBezTo>
                  <a:close/>
                  <a:moveTo>
                    <a:pt x="104775" y="232410"/>
                  </a:moveTo>
                  <a:cubicBezTo>
                    <a:pt x="127635" y="232410"/>
                    <a:pt x="148590" y="220980"/>
                    <a:pt x="165735" y="200025"/>
                  </a:cubicBezTo>
                  <a:lnTo>
                    <a:pt x="165735" y="153352"/>
                  </a:lnTo>
                  <a:cubicBezTo>
                    <a:pt x="151447" y="149542"/>
                    <a:pt x="136207" y="148590"/>
                    <a:pt x="121920" y="148590"/>
                  </a:cubicBezTo>
                  <a:cubicBezTo>
                    <a:pt x="82867" y="148590"/>
                    <a:pt x="60007" y="163830"/>
                    <a:pt x="60007" y="192405"/>
                  </a:cubicBezTo>
                  <a:cubicBezTo>
                    <a:pt x="60007" y="217170"/>
                    <a:pt x="77153" y="232410"/>
                    <a:pt x="104775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0" name="Freihandform: Form 184">
              <a:extLst>
                <a:ext uri="{FF2B5EF4-FFF2-40B4-BE49-F238E27FC236}">
                  <a16:creationId xmlns:a16="http://schemas.microsoft.com/office/drawing/2014/main" id="{64A66D76-A7F5-48B6-B1BC-25ADDCC6EB97}"/>
                </a:ext>
              </a:extLst>
            </p:cNvPr>
            <p:cNvSpPr/>
            <p:nvPr/>
          </p:nvSpPr>
          <p:spPr>
            <a:xfrm>
              <a:off x="5678804" y="3101339"/>
              <a:ext cx="234314" cy="389572"/>
            </a:xfrm>
            <a:custGeom>
              <a:avLst/>
              <a:gdLst>
                <a:gd name="connsiteX0" fmla="*/ 0 w 234314"/>
                <a:gd name="connsiteY0" fmla="*/ 15240 h 389572"/>
                <a:gd name="connsiteX1" fmla="*/ 61913 w 234314"/>
                <a:gd name="connsiteY1" fmla="*/ 0 h 389572"/>
                <a:gd name="connsiteX2" fmla="*/ 61913 w 234314"/>
                <a:gd name="connsiteY2" fmla="*/ 234315 h 389572"/>
                <a:gd name="connsiteX3" fmla="*/ 62865 w 234314"/>
                <a:gd name="connsiteY3" fmla="*/ 234315 h 389572"/>
                <a:gd name="connsiteX4" fmla="*/ 150495 w 234314"/>
                <a:gd name="connsiteY4" fmla="*/ 122873 h 389572"/>
                <a:gd name="connsiteX5" fmla="*/ 224790 w 234314"/>
                <a:gd name="connsiteY5" fmla="*/ 122873 h 389572"/>
                <a:gd name="connsiteX6" fmla="*/ 137160 w 234314"/>
                <a:gd name="connsiteY6" fmla="*/ 227648 h 389572"/>
                <a:gd name="connsiteX7" fmla="*/ 234315 w 234314"/>
                <a:gd name="connsiteY7" fmla="*/ 389573 h 389572"/>
                <a:gd name="connsiteX8" fmla="*/ 160020 w 234314"/>
                <a:gd name="connsiteY8" fmla="*/ 389573 h 389572"/>
                <a:gd name="connsiteX9" fmla="*/ 93345 w 234314"/>
                <a:gd name="connsiteY9" fmla="*/ 274320 h 389572"/>
                <a:gd name="connsiteX10" fmla="*/ 62865 w 234314"/>
                <a:gd name="connsiteY10" fmla="*/ 308610 h 389572"/>
                <a:gd name="connsiteX11" fmla="*/ 62865 w 234314"/>
                <a:gd name="connsiteY11" fmla="*/ 389573 h 389572"/>
                <a:gd name="connsiteX12" fmla="*/ 952 w 234314"/>
                <a:gd name="connsiteY12" fmla="*/ 389573 h 389572"/>
                <a:gd name="connsiteX13" fmla="*/ 952 w 234314"/>
                <a:gd name="connsiteY13" fmla="*/ 1524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14" h="389572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1" name="Freihandform: Form 185">
              <a:extLst>
                <a:ext uri="{FF2B5EF4-FFF2-40B4-BE49-F238E27FC236}">
                  <a16:creationId xmlns:a16="http://schemas.microsoft.com/office/drawing/2014/main" id="{7C1DE70A-E6A5-4430-BFE6-9A8B41194B55}"/>
                </a:ext>
              </a:extLst>
            </p:cNvPr>
            <p:cNvSpPr/>
            <p:nvPr/>
          </p:nvSpPr>
          <p:spPr>
            <a:xfrm>
              <a:off x="5958839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7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86">
              <a:extLst>
                <a:ext uri="{FF2B5EF4-FFF2-40B4-BE49-F238E27FC236}">
                  <a16:creationId xmlns:a16="http://schemas.microsoft.com/office/drawing/2014/main" id="{52E21958-57D2-4AAA-B9F4-721FFC15387D}"/>
                </a:ext>
              </a:extLst>
            </p:cNvPr>
            <p:cNvSpPr/>
            <p:nvPr/>
          </p:nvSpPr>
          <p:spPr>
            <a:xfrm>
              <a:off x="6268402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2" name="Freihandform: Form 187">
              <a:extLst>
                <a:ext uri="{FF2B5EF4-FFF2-40B4-BE49-F238E27FC236}">
                  <a16:creationId xmlns:a16="http://schemas.microsoft.com/office/drawing/2014/main" id="{5A020DE5-B8D6-4A46-9A10-F40294C802EF}"/>
                </a:ext>
              </a:extLst>
            </p:cNvPr>
            <p:cNvSpPr/>
            <p:nvPr/>
          </p:nvSpPr>
          <p:spPr>
            <a:xfrm>
              <a:off x="6385559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8 w 165734"/>
                <a:gd name="connsiteY3" fmla="*/ 282892 h 358140"/>
                <a:gd name="connsiteX4" fmla="*/ 40958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8 w 165734"/>
                <a:gd name="connsiteY13" fmla="*/ 138113 h 358140"/>
                <a:gd name="connsiteX14" fmla="*/ 101918 w 165734"/>
                <a:gd name="connsiteY14" fmla="*/ 269558 h 358140"/>
                <a:gd name="connsiteX15" fmla="*/ 130493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2" y="303847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3" name="Freihandform: Form 188">
              <a:extLst>
                <a:ext uri="{FF2B5EF4-FFF2-40B4-BE49-F238E27FC236}">
                  <a16:creationId xmlns:a16="http://schemas.microsoft.com/office/drawing/2014/main" id="{5E32CF1A-6E00-4C55-A9FC-A606582695CB}"/>
                </a:ext>
              </a:extLst>
            </p:cNvPr>
            <p:cNvSpPr/>
            <p:nvPr/>
          </p:nvSpPr>
          <p:spPr>
            <a:xfrm>
              <a:off x="6599871" y="3109912"/>
              <a:ext cx="225742" cy="386715"/>
            </a:xfrm>
            <a:custGeom>
              <a:avLst/>
              <a:gdLst>
                <a:gd name="connsiteX0" fmla="*/ 114300 w 225742"/>
                <a:gd name="connsiteY0" fmla="*/ 215265 h 386715"/>
                <a:gd name="connsiteX1" fmla="*/ 164783 w 225742"/>
                <a:gd name="connsiteY1" fmla="*/ 220980 h 386715"/>
                <a:gd name="connsiteX2" fmla="*/ 164783 w 225742"/>
                <a:gd name="connsiteY2" fmla="*/ 211455 h 386715"/>
                <a:gd name="connsiteX3" fmla="*/ 105728 w 225742"/>
                <a:gd name="connsiteY3" fmla="*/ 160020 h 386715"/>
                <a:gd name="connsiteX4" fmla="*/ 38100 w 225742"/>
                <a:gd name="connsiteY4" fmla="*/ 175260 h 386715"/>
                <a:gd name="connsiteX5" fmla="*/ 24765 w 225742"/>
                <a:gd name="connsiteY5" fmla="*/ 122873 h 386715"/>
                <a:gd name="connsiteX6" fmla="*/ 112395 w 225742"/>
                <a:gd name="connsiteY6" fmla="*/ 107633 h 386715"/>
                <a:gd name="connsiteX7" fmla="*/ 225742 w 225742"/>
                <a:gd name="connsiteY7" fmla="*/ 210503 h 386715"/>
                <a:gd name="connsiteX8" fmla="*/ 225742 w 225742"/>
                <a:gd name="connsiteY8" fmla="*/ 381000 h 386715"/>
                <a:gd name="connsiteX9" fmla="*/ 166688 w 225742"/>
                <a:gd name="connsiteY9" fmla="*/ 381000 h 386715"/>
                <a:gd name="connsiteX10" fmla="*/ 166688 w 225742"/>
                <a:gd name="connsiteY10" fmla="*/ 352425 h 386715"/>
                <a:gd name="connsiteX11" fmla="*/ 165735 w 225742"/>
                <a:gd name="connsiteY11" fmla="*/ 352425 h 386715"/>
                <a:gd name="connsiteX12" fmla="*/ 87630 w 225742"/>
                <a:gd name="connsiteY12" fmla="*/ 386715 h 386715"/>
                <a:gd name="connsiteX13" fmla="*/ 0 w 225742"/>
                <a:gd name="connsiteY13" fmla="*/ 301942 h 386715"/>
                <a:gd name="connsiteX14" fmla="*/ 114300 w 225742"/>
                <a:gd name="connsiteY14" fmla="*/ 215265 h 386715"/>
                <a:gd name="connsiteX15" fmla="*/ 63817 w 225742"/>
                <a:gd name="connsiteY15" fmla="*/ 72390 h 386715"/>
                <a:gd name="connsiteX16" fmla="*/ 26670 w 225742"/>
                <a:gd name="connsiteY16" fmla="*/ 36195 h 386715"/>
                <a:gd name="connsiteX17" fmla="*/ 63817 w 225742"/>
                <a:gd name="connsiteY17" fmla="*/ 0 h 386715"/>
                <a:gd name="connsiteX18" fmla="*/ 100965 w 225742"/>
                <a:gd name="connsiteY18" fmla="*/ 36195 h 386715"/>
                <a:gd name="connsiteX19" fmla="*/ 63817 w 225742"/>
                <a:gd name="connsiteY19" fmla="*/ 72390 h 386715"/>
                <a:gd name="connsiteX20" fmla="*/ 103822 w 225742"/>
                <a:gd name="connsiteY20" fmla="*/ 340042 h 386715"/>
                <a:gd name="connsiteX21" fmla="*/ 164783 w 225742"/>
                <a:gd name="connsiteY21" fmla="*/ 307658 h 386715"/>
                <a:gd name="connsiteX22" fmla="*/ 164783 w 225742"/>
                <a:gd name="connsiteY22" fmla="*/ 260985 h 386715"/>
                <a:gd name="connsiteX23" fmla="*/ 120967 w 225742"/>
                <a:gd name="connsiteY23" fmla="*/ 256222 h 386715"/>
                <a:gd name="connsiteX24" fmla="*/ 59055 w 225742"/>
                <a:gd name="connsiteY24" fmla="*/ 300038 h 386715"/>
                <a:gd name="connsiteX25" fmla="*/ 103822 w 225742"/>
                <a:gd name="connsiteY25" fmla="*/ 340042 h 386715"/>
                <a:gd name="connsiteX26" fmla="*/ 172403 w 225742"/>
                <a:gd name="connsiteY26" fmla="*/ 72390 h 386715"/>
                <a:gd name="connsiteX27" fmla="*/ 135255 w 225742"/>
                <a:gd name="connsiteY27" fmla="*/ 36195 h 386715"/>
                <a:gd name="connsiteX28" fmla="*/ 172403 w 225742"/>
                <a:gd name="connsiteY28" fmla="*/ 0 h 386715"/>
                <a:gd name="connsiteX29" fmla="*/ 209550 w 225742"/>
                <a:gd name="connsiteY29" fmla="*/ 36195 h 386715"/>
                <a:gd name="connsiteX30" fmla="*/ 172403 w 225742"/>
                <a:gd name="connsiteY30" fmla="*/ 72390 h 38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5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4" name="Freihandform: Form 189">
              <a:extLst>
                <a:ext uri="{FF2B5EF4-FFF2-40B4-BE49-F238E27FC236}">
                  <a16:creationId xmlns:a16="http://schemas.microsoft.com/office/drawing/2014/main" id="{6C381B22-1670-4521-AEFB-335814FE9DC1}"/>
                </a:ext>
              </a:extLst>
            </p:cNvPr>
            <p:cNvSpPr/>
            <p:nvPr/>
          </p:nvSpPr>
          <p:spPr>
            <a:xfrm>
              <a:off x="6874192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2870 w 165734"/>
                <a:gd name="connsiteY13" fmla="*/ 138113 h 358140"/>
                <a:gd name="connsiteX14" fmla="*/ 102870 w 165734"/>
                <a:gd name="connsiteY14" fmla="*/ 269558 h 358140"/>
                <a:gd name="connsiteX15" fmla="*/ 131445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2870" y="138113"/>
                  </a:lnTo>
                  <a:lnTo>
                    <a:pt x="102870" y="269558"/>
                  </a:lnTo>
                  <a:cubicBezTo>
                    <a:pt x="102870" y="294322"/>
                    <a:pt x="111443" y="304800"/>
                    <a:pt x="131445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pic>
        <p:nvPicPr>
          <p:cNvPr id="195" name="Picture 194">
            <a:extLst>
              <a:ext uri="{FF2B5EF4-FFF2-40B4-BE49-F238E27FC236}">
                <a16:creationId xmlns:a16="http://schemas.microsoft.com/office/drawing/2014/main" id="{FA60B3F4-C769-4D73-A6F7-060A367CAB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69679" y="286762"/>
            <a:ext cx="1759576" cy="6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8805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Inhaltssei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1105771" name="Textebene 1…"/>
          <p:cNvSpPr txBox="1"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Textebene 1</a:t>
            </a:r>
          </a:p>
          <a:p>
            <a:pPr lvl="1">
              <a:defRPr/>
            </a:pPr>
            <a:r>
              <a:t>Textebene 2</a:t>
            </a:r>
          </a:p>
          <a:p>
            <a:pPr lvl="2">
              <a:defRPr/>
            </a:pPr>
            <a:r>
              <a:t>Textebene 3</a:t>
            </a:r>
          </a:p>
          <a:p>
            <a:pPr lvl="3">
              <a:defRPr/>
            </a:pPr>
            <a:r>
              <a:t>Textebene 4</a:t>
            </a:r>
          </a:p>
          <a:p>
            <a:pPr lvl="4">
              <a:defRPr/>
            </a:pPr>
            <a:r>
              <a:t>Textebene 5</a:t>
            </a:r>
          </a:p>
        </p:txBody>
      </p:sp>
      <p:sp>
        <p:nvSpPr>
          <p:cNvPr id="1905330017" name="Foliennumm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A929DBF-3319-BE45-2E8C-EDF7C09741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76714" y="296863"/>
            <a:ext cx="1585912" cy="372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1995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Free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695510" name="Headline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Title Calibri Bold 28 pt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AD2CA32-42B2-5798-2C65-30BF0B31CF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12389" y="274988"/>
            <a:ext cx="1585912" cy="372621"/>
          </a:xfrm>
          <a:prstGeom prst="rect">
            <a:avLst/>
          </a:prstGeom>
        </p:spPr>
      </p:pic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125D1466-9C7D-3566-E3A6-D36A59EFD5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1427523" y="6556424"/>
            <a:ext cx="256480" cy="153888"/>
          </a:xfrm>
          <a:prstGeom prst="rect">
            <a:avLst/>
          </a:prstGeom>
        </p:spPr>
        <p:txBody>
          <a:bodyPr anchor="ctr" anchorCtr="0"/>
          <a:lstStyle>
            <a:lvl1pPr>
              <a:defRPr sz="1000">
                <a:solidFill>
                  <a:srgbClr val="969696"/>
                </a:solidFill>
              </a:defRPr>
            </a:lvl1pPr>
          </a:lstStyle>
          <a:p>
            <a:pPr>
              <a:defRPr/>
            </a:pPr>
            <a:fld id="{57505759-488D-D945-AFDA-1DEBDABF038A}" type="slidenum">
              <a:rPr lang="de-DE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84655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77200">
              <a:defRPr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2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433932" y="6556425"/>
            <a:ext cx="250068" cy="153888"/>
          </a:xfrm>
          <a:prstGeom prst="rect">
            <a:avLst/>
          </a:prstGeom>
        </p:spPr>
        <p:txBody>
          <a:bodyPr anchor="ctr" anchorCtr="0"/>
          <a:lstStyle>
            <a:lvl1pPr>
              <a:defRPr sz="1000" smtClean="0">
                <a:solidFill>
                  <a:srgbClr val="969696"/>
                </a:solidFill>
              </a:defRPr>
            </a:lvl1pPr>
          </a:lstStyle>
          <a:p>
            <a:pPr>
              <a:defRPr/>
            </a:pPr>
            <a:fld id="{57505759-488D-D945-AFDA-1DEBDABF038A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9767378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Linie"/>
          <p:cNvSpPr/>
          <p:nvPr/>
        </p:nvSpPr>
        <p:spPr>
          <a:xfrm flipH="1" flipV="1">
            <a:off x="836160" y="863640"/>
            <a:ext cx="10848001" cy="1"/>
          </a:xfrm>
          <a:prstGeom prst="line">
            <a:avLst/>
          </a:prstGeom>
          <a:ln w="9360">
            <a:solidFill>
              <a:srgbClr val="003366"/>
            </a:solidFill>
            <a:miter/>
          </a:ln>
        </p:spPr>
        <p:txBody>
          <a:bodyPr lIns="45719" rIns="45719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 sz="1800"/>
          </a:p>
        </p:txBody>
      </p:sp>
      <p:sp>
        <p:nvSpPr>
          <p:cNvPr id="150" name="Titeltext"/>
          <p:cNvSpPr txBox="1">
            <a:spLocks noGrp="1"/>
          </p:cNvSpPr>
          <p:nvPr>
            <p:ph type="title"/>
          </p:nvPr>
        </p:nvSpPr>
        <p:spPr>
          <a:xfrm>
            <a:off x="836157" y="1252079"/>
            <a:ext cx="10848003" cy="3661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tabLst>
                <a:tab pos="457200" algn="l"/>
                <a:tab pos="914400" algn="l"/>
                <a:tab pos="1358900" algn="l"/>
                <a:tab pos="1828800" algn="l"/>
                <a:tab pos="2273300" algn="l"/>
                <a:tab pos="2730500" algn="l"/>
                <a:tab pos="3200400" algn="l"/>
                <a:tab pos="3657600" algn="l"/>
                <a:tab pos="4102100" algn="l"/>
                <a:tab pos="4559300" algn="l"/>
                <a:tab pos="5029200" algn="l"/>
                <a:tab pos="5473700" algn="l"/>
                <a:tab pos="5943600" algn="l"/>
                <a:tab pos="6388100" algn="l"/>
                <a:tab pos="6858000" algn="l"/>
                <a:tab pos="7315200" algn="l"/>
                <a:tab pos="7759700" algn="l"/>
                <a:tab pos="8216900" algn="l"/>
                <a:tab pos="8686800" algn="l"/>
                <a:tab pos="9131300" algn="l"/>
              </a:tabLst>
              <a:defRPr sz="2400">
                <a:solidFill>
                  <a:srgbClr val="003366"/>
                </a:solidFill>
              </a:defRPr>
            </a:lvl1pPr>
          </a:lstStyle>
          <a:p>
            <a:r>
              <a:t>Titeltext</a:t>
            </a:r>
          </a:p>
        </p:txBody>
      </p:sp>
      <p:sp>
        <p:nvSpPr>
          <p:cNvPr id="151" name="Textebene 1…"/>
          <p:cNvSpPr txBox="1">
            <a:spLocks noGrp="1"/>
          </p:cNvSpPr>
          <p:nvPr>
            <p:ph type="body" idx="1"/>
          </p:nvPr>
        </p:nvSpPr>
        <p:spPr>
          <a:xfrm>
            <a:off x="836157" y="1972799"/>
            <a:ext cx="10848003" cy="3977640"/>
          </a:xfrm>
          <a:prstGeom prst="rect">
            <a:avLst/>
          </a:prstGeom>
        </p:spPr>
        <p:txBody>
          <a:bodyPr/>
          <a:lstStyle>
            <a:lvl1pPr marL="119062" indent="-119062">
              <a:lnSpc>
                <a:spcPts val="2300"/>
              </a:lnSpc>
              <a:spcBef>
                <a:spcPts val="400"/>
              </a:spcBef>
              <a:buClr>
                <a:srgbClr val="003366"/>
              </a:buClr>
              <a:buFont typeface="Lucida Grande"/>
              <a:buChar char="●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</a:tabLst>
              <a:defRPr sz="2000" b="0">
                <a:solidFill>
                  <a:srgbClr val="000000"/>
                </a:solidFill>
              </a:defRPr>
            </a:lvl1pPr>
            <a:lvl2pPr marL="781280" indent="-306799">
              <a:lnSpc>
                <a:spcPts val="2300"/>
              </a:lnSpc>
              <a:spcBef>
                <a:spcPts val="400"/>
              </a:spcBef>
              <a:buClr>
                <a:srgbClr val="003366"/>
              </a:buClr>
              <a:buSzPct val="80000"/>
              <a:buFont typeface="Lucida Grande"/>
              <a:buChar char="●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</a:tabLst>
              <a:defRPr sz="2000" b="0">
                <a:solidFill>
                  <a:srgbClr val="000000"/>
                </a:solidFill>
              </a:defRPr>
            </a:lvl2pPr>
            <a:lvl3pPr marL="1255678" indent="-269999">
              <a:lnSpc>
                <a:spcPts val="2300"/>
              </a:lnSpc>
              <a:spcBef>
                <a:spcPts val="400"/>
              </a:spcBef>
              <a:buClr>
                <a:srgbClr val="003366"/>
              </a:buClr>
              <a:buSzPct val="64000"/>
              <a:buFont typeface="Lucida Grande"/>
              <a:buChar char="●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</a:tabLst>
              <a:defRPr sz="2000" b="0">
                <a:solidFill>
                  <a:srgbClr val="000000"/>
                </a:solidFill>
              </a:defRPr>
            </a:lvl3pPr>
            <a:lvl4pPr marL="1496878" indent="-269999">
              <a:lnSpc>
                <a:spcPts val="2300"/>
              </a:lnSpc>
              <a:spcBef>
                <a:spcPts val="400"/>
              </a:spcBef>
              <a:buClr>
                <a:srgbClr val="003366"/>
              </a:buClr>
              <a:buSzPct val="64000"/>
              <a:buFont typeface="Lucida Grande"/>
              <a:buChar char="●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</a:tabLst>
              <a:defRPr sz="2000" b="0">
                <a:solidFill>
                  <a:srgbClr val="000000"/>
                </a:solidFill>
              </a:defRPr>
            </a:lvl4pPr>
            <a:lvl5pPr marL="1709639" indent="-269999">
              <a:lnSpc>
                <a:spcPts val="2300"/>
              </a:lnSpc>
              <a:spcBef>
                <a:spcPts val="400"/>
              </a:spcBef>
              <a:buClr>
                <a:srgbClr val="003366"/>
              </a:buClr>
              <a:buSzPct val="64000"/>
              <a:buFont typeface="Lucida Grande"/>
              <a:buChar char="●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</a:tabLst>
              <a:defRPr sz="2000" b="0">
                <a:solidFill>
                  <a:srgbClr val="000000"/>
                </a:solidFill>
              </a:defRPr>
            </a:lvl5pPr>
          </a:lstStyle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pic>
        <p:nvPicPr>
          <p:cNvPr id="9" name="FAU_Logo_Tech_englisch_DinA4_RGB.emf" descr="FAU_Logo_Tech_englisch_DinA4_RGB.emf">
            <a:extLst>
              <a:ext uri="{FF2B5EF4-FFF2-40B4-BE49-F238E27FC236}">
                <a16:creationId xmlns:a16="http://schemas.microsoft.com/office/drawing/2014/main" id="{46C6EFD3-A3D3-1D43-B1CB-B75E844EC2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71743" y="123207"/>
            <a:ext cx="1977572" cy="38798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FC2AC46C-1443-664A-A782-8341088185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4189"/>
          <a:stretch/>
        </p:blipFill>
        <p:spPr>
          <a:xfrm>
            <a:off x="404476" y="48798"/>
            <a:ext cx="1516039" cy="562765"/>
          </a:xfrm>
          <a:prstGeom prst="rect">
            <a:avLst/>
          </a:prstGeom>
        </p:spPr>
      </p:pic>
      <p:sp>
        <p:nvSpPr>
          <p:cNvPr id="14" name="Foliennummer">
            <a:extLst>
              <a:ext uri="{FF2B5EF4-FFF2-40B4-BE49-F238E27FC236}">
                <a16:creationId xmlns:a16="http://schemas.microsoft.com/office/drawing/2014/main" id="{53DF1AA6-2366-3042-815B-25B6249A96B6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698842" y="6627601"/>
            <a:ext cx="230833" cy="13849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r">
              <a:defRPr sz="900">
                <a:solidFill>
                  <a:srgbClr val="003865"/>
                </a:solidFill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15" name="16. Okt. 2017  |  Towards Learning of Inverse Problems   |   Lehrstuhl für Mustererkennung (Informatik 5)">
            <a:extLst>
              <a:ext uri="{FF2B5EF4-FFF2-40B4-BE49-F238E27FC236}">
                <a16:creationId xmlns:a16="http://schemas.microsoft.com/office/drawing/2014/main" id="{17AAC68F-31C8-B34A-8C82-5C6531790D02}"/>
              </a:ext>
            </a:extLst>
          </p:cNvPr>
          <p:cNvSpPr txBox="1"/>
          <p:nvPr userDrawn="1"/>
        </p:nvSpPr>
        <p:spPr>
          <a:xfrm>
            <a:off x="1123923" y="6587084"/>
            <a:ext cx="9509760" cy="2330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6799" tIns="46799" rIns="46799" bIns="46799">
            <a:spAutoFit/>
          </a:bodyPr>
          <a:lstStyle>
            <a:lvl1pPr>
              <a:tabLst>
                <a:tab pos="457200" algn="l"/>
                <a:tab pos="914400" algn="l"/>
                <a:tab pos="1358900" algn="l"/>
                <a:tab pos="1828800" algn="l"/>
                <a:tab pos="2273300" algn="l"/>
                <a:tab pos="2730500" algn="l"/>
                <a:tab pos="3200400" algn="l"/>
                <a:tab pos="3657600" algn="l"/>
                <a:tab pos="4102100" algn="l"/>
                <a:tab pos="4559300" algn="l"/>
                <a:tab pos="5029200" algn="l"/>
                <a:tab pos="5473700" algn="l"/>
                <a:tab pos="5943600" algn="l"/>
                <a:tab pos="6388100" algn="l"/>
                <a:tab pos="6858000" algn="l"/>
                <a:tab pos="7315200" algn="l"/>
                <a:tab pos="7759700" algn="l"/>
                <a:tab pos="8216900" algn="l"/>
                <a:tab pos="8686800" algn="l"/>
                <a:tab pos="9131300" algn="l"/>
              </a:tabLst>
              <a:defRPr sz="900">
                <a:solidFill>
                  <a:srgbClr val="969696"/>
                </a:solidFill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58900" algn="l"/>
                <a:tab pos="1828800" algn="l"/>
                <a:tab pos="2273300" algn="l"/>
                <a:tab pos="2730500" algn="l"/>
                <a:tab pos="3200400" algn="l"/>
                <a:tab pos="3657600" algn="l"/>
                <a:tab pos="4102100" algn="l"/>
                <a:tab pos="4559300" algn="l"/>
                <a:tab pos="5029200" algn="l"/>
                <a:tab pos="5473700" algn="l"/>
                <a:tab pos="5943600" algn="l"/>
                <a:tab pos="6388100" algn="l"/>
                <a:tab pos="6858000" algn="l"/>
                <a:tab pos="7315200" algn="l"/>
                <a:tab pos="7759700" algn="l"/>
                <a:tab pos="8216900" algn="l"/>
                <a:tab pos="8686800" algn="l"/>
                <a:tab pos="9131300" algn="l"/>
              </a:tabLst>
              <a:defRPr/>
            </a:pPr>
            <a:r>
              <a:rPr lang="de-DE" sz="900" dirty="0"/>
              <a:t>25th </a:t>
            </a:r>
            <a:r>
              <a:rPr lang="de-DE" sz="900" dirty="0" err="1"/>
              <a:t>of</a:t>
            </a:r>
            <a:r>
              <a:rPr lang="de-DE" sz="900" dirty="0"/>
              <a:t> September. 2019  | </a:t>
            </a:r>
            <a:r>
              <a:rPr lang="de-DE" sz="800" dirty="0" err="1"/>
              <a:t>Known</a:t>
            </a:r>
            <a:r>
              <a:rPr lang="de-DE" sz="800" dirty="0"/>
              <a:t> Operator Learning  </a:t>
            </a:r>
            <a:r>
              <a:rPr lang="de-DE" sz="900" dirty="0"/>
              <a:t>|   Lehrstuhl für Mustererkennung (Informatik 5)   </a:t>
            </a:r>
          </a:p>
        </p:txBody>
      </p:sp>
    </p:spTree>
    <p:extLst>
      <p:ext uri="{BB962C8B-B14F-4D97-AF65-F5344CB8AC3E}">
        <p14:creationId xmlns:p14="http://schemas.microsoft.com/office/powerpoint/2010/main" val="2850117175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yner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035C5D8-FDA3-4260-8878-3BC4280614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26093" y="6627601"/>
            <a:ext cx="203582" cy="123111"/>
          </a:xfrm>
        </p:spPr>
        <p:txBody>
          <a:bodyPr/>
          <a:lstStyle/>
          <a:p>
            <a:fld id="{94103E0E-B2DB-4B01-898E-C283BE2069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elplatzhalter 1">
            <a:extLst>
              <a:ext uri="{FF2B5EF4-FFF2-40B4-BE49-F238E27FC236}">
                <a16:creationId xmlns:a16="http://schemas.microsoft.com/office/drawing/2014/main" id="{57F84A44-1B23-458A-9CD5-0604CD201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4775" y="193775"/>
            <a:ext cx="10690225" cy="5825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78661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512">
          <p15:clr>
            <a:srgbClr val="FBAE40"/>
          </p15:clr>
        </p15:guide>
        <p15:guide id="3" pos="168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 – 2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2C7AF347-EE19-4A49-ACB3-3F7316F7E1D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42164078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2C7AF347-EE19-4A49-ACB3-3F7316F7E1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E3E6397C-9FE6-4A0B-87BC-9E26F4233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DDBBD9DA-78F9-4E62-A16F-A3EAEE483A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62987" y="6634666"/>
            <a:ext cx="403957" cy="123111"/>
          </a:xfrm>
        </p:spPr>
        <p:txBody>
          <a:bodyPr/>
          <a:lstStyle/>
          <a:p>
            <a:fld id="{84AC2951-09AD-4688-B783-DAE1ADDED63E}" type="datetime1">
              <a:rPr lang="de-DE" noProof="0" smtClean="0"/>
              <a:t>14.10.26</a:t>
            </a:fld>
            <a:endParaRPr lang="de-DE" noProof="0" dirty="0"/>
          </a:p>
        </p:txBody>
      </p:sp>
      <p:sp>
        <p:nvSpPr>
          <p:cNvPr id="9" name="Copyright Fraunhofer">
            <a:extLst>
              <a:ext uri="{FF2B5EF4-FFF2-40B4-BE49-F238E27FC236}">
                <a16:creationId xmlns:a16="http://schemas.microsoft.com/office/drawing/2014/main" id="{68024DD5-D614-4E40-8330-76F9312A0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© Fraunhofer IIS</a:t>
            </a:r>
            <a:endParaRPr lang="de-DE" noProof="0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54063AB9-A95E-44E6-BF4C-CF2983312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1599" y="6627601"/>
            <a:ext cx="468077" cy="123111"/>
          </a:xfrm>
        </p:spPr>
        <p:txBody>
          <a:bodyPr/>
          <a:lstStyle/>
          <a:p>
            <a:r>
              <a:rPr lang="de-DE" noProof="0"/>
              <a:t>Seite</a:t>
            </a:r>
            <a:r>
              <a:rPr lang="en-US"/>
              <a:t> </a:t>
            </a:r>
            <a:fld id="{401BA3E4-5E55-4F99-AF09-CC6D6B2539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94FD133-02A3-4CCE-886B-5D61839C10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6" y="778322"/>
            <a:ext cx="11233151" cy="318933"/>
          </a:xfrm>
        </p:spPr>
        <p:txBody>
          <a:bodyPr/>
          <a:lstStyle>
            <a:lvl1pPr>
              <a:defRPr sz="15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de-DE" dirty="0" err="1"/>
              <a:t>Subline</a:t>
            </a:r>
            <a:endParaRPr lang="en-US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A89D932-8DCF-4ABE-8120-3CC2C601E53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199" y="1703389"/>
            <a:ext cx="5437188" cy="2640595"/>
          </a:xfrm>
        </p:spPr>
        <p:txBody>
          <a:bodyPr/>
          <a:lstStyle/>
          <a:p>
            <a:pPr lvl="0"/>
            <a:r>
              <a:rPr lang="de-DE" noProof="0"/>
              <a:t>Formatvorlagen des Textmasters bearbeiten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77715D3E-BD63-49BD-96CA-087D6CFC2D2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75389" y="1703389"/>
            <a:ext cx="5437187" cy="2640595"/>
          </a:xfrm>
        </p:spPr>
        <p:txBody>
          <a:bodyPr/>
          <a:lstStyle/>
          <a:p>
            <a:pPr lvl="0"/>
            <a:r>
              <a:rPr lang="de-DE" noProof="0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38365177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53">
          <p15:clr>
            <a:srgbClr val="FBAE40"/>
          </p15:clr>
        </p15:guide>
        <p15:guide id="2" pos="3727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Text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912994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B4FCF17-48A0-4939-9B86-4A0E590241E6}" type="datetime4">
              <a:rPr lang="de-DE"/>
              <a:t>14. Oktober 2026</a:t>
            </a:fld>
            <a:endParaRPr lang="de-DE"/>
          </a:p>
        </p:txBody>
      </p:sp>
      <p:sp>
        <p:nvSpPr>
          <p:cNvPr id="2136341246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Technische Fakultät</a:t>
            </a:r>
            <a:endParaRPr/>
          </a:p>
        </p:txBody>
      </p:sp>
      <p:sp>
        <p:nvSpPr>
          <p:cNvPr id="305381356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949F9DF-37BD-4CD6-BF49-65BA579E1D7A}" type="slidenum">
              <a:rPr lang="de-DE"/>
              <a:t>‹#›</a:t>
            </a:fld>
            <a:endParaRPr lang="de-DE"/>
          </a:p>
        </p:txBody>
      </p:sp>
      <p:sp>
        <p:nvSpPr>
          <p:cNvPr id="1874358658" name="Textplatzhalter 6"/>
          <p:cNvSpPr>
            <a:spLocks noGrp="1"/>
          </p:cNvSpPr>
          <p:nvPr>
            <p:ph type="body" sz="quarter" idx="13"/>
          </p:nvPr>
        </p:nvSpPr>
        <p:spPr bwMode="auto">
          <a:xfrm>
            <a:off x="518317" y="1631156"/>
            <a:ext cx="11157745" cy="4569619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723310847" name="Titel 5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1995853970" name="Textplatzhalter 9"/>
          <p:cNvSpPr>
            <a:spLocks noGrp="1"/>
          </p:cNvSpPr>
          <p:nvPr>
            <p:ph type="body" sz="quarter" idx="37"/>
          </p:nvPr>
        </p:nvSpPr>
        <p:spPr bwMode="auto"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303403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Textfolie | zweispaltig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6079971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71C8739-BFB7-40C2-B28E-69BB709E9C11}" type="datetime4">
              <a:rPr lang="de-DE"/>
              <a:t>14. Oktober 2026</a:t>
            </a:fld>
            <a:endParaRPr lang="de-DE"/>
          </a:p>
        </p:txBody>
      </p:sp>
      <p:sp>
        <p:nvSpPr>
          <p:cNvPr id="750754081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Technische Fakultät</a:t>
            </a:r>
            <a:endParaRPr/>
          </a:p>
        </p:txBody>
      </p:sp>
      <p:sp>
        <p:nvSpPr>
          <p:cNvPr id="1575661231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949F9DF-37BD-4CD6-BF49-65BA579E1D7A}" type="slidenum">
              <a:rPr lang="de-DE"/>
              <a:t>‹#›</a:t>
            </a:fld>
            <a:endParaRPr lang="de-DE"/>
          </a:p>
        </p:txBody>
      </p:sp>
      <p:sp>
        <p:nvSpPr>
          <p:cNvPr id="295771812" name="Textplatzhalter 6"/>
          <p:cNvSpPr>
            <a:spLocks noGrp="1"/>
          </p:cNvSpPr>
          <p:nvPr>
            <p:ph type="body" sz="quarter" idx="13"/>
          </p:nvPr>
        </p:nvSpPr>
        <p:spPr bwMode="auto">
          <a:xfrm>
            <a:off x="518318" y="1631156"/>
            <a:ext cx="5469732" cy="4569619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993267139" name="Textplatzhalter 6"/>
          <p:cNvSpPr>
            <a:spLocks noGrp="1"/>
          </p:cNvSpPr>
          <p:nvPr>
            <p:ph type="body" sz="quarter" idx="14"/>
          </p:nvPr>
        </p:nvSpPr>
        <p:spPr bwMode="auto">
          <a:xfrm>
            <a:off x="6206329" y="1631156"/>
            <a:ext cx="5469732" cy="4569619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918917570" name="Titel 5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1012661760" name="Textplatzhalter 9"/>
          <p:cNvSpPr>
            <a:spLocks noGrp="1"/>
          </p:cNvSpPr>
          <p:nvPr>
            <p:ph type="body" sz="quarter" idx="37"/>
          </p:nvPr>
        </p:nvSpPr>
        <p:spPr bwMode="auto"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842862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28624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userDrawn="1">
  <p:cSld name="1_Schlussfolie">
    <p:bg>
      <p:bgRef idx="1001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1714269" name="Textplatzhalter 167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1628775"/>
            <a:ext cx="12192000" cy="5229225"/>
          </a:xfrm>
          <a:prstGeom prst="rect">
            <a:avLst/>
          </a:prstGeom>
          <a:gradFill>
            <a:gsLst>
              <a:gs pos="5000">
                <a:schemeClr val="accent4"/>
              </a:gs>
              <a:gs pos="50000">
                <a:schemeClr val="accent4">
                  <a:alpha val="50000"/>
                </a:schemeClr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ts val="0"/>
              </a:spcBef>
              <a:defRPr/>
            </a:pPr>
            <a:r>
              <a:rPr lang="de-DE"/>
              <a:t> </a:t>
            </a:r>
            <a:endParaRPr/>
          </a:p>
        </p:txBody>
      </p:sp>
      <p:sp>
        <p:nvSpPr>
          <p:cNvPr id="1509635809" name="Bildplatzhalter 6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0" y="1628775"/>
            <a:ext cx="12192000" cy="52292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/>
          <a:lstStyle/>
          <a:p>
            <a:pPr>
              <a:defRPr/>
            </a:pPr>
            <a:r>
              <a:rPr lang="de-DE"/>
              <a:t> </a:t>
            </a:r>
            <a:endParaRPr/>
          </a:p>
        </p:txBody>
      </p:sp>
      <p:sp>
        <p:nvSpPr>
          <p:cNvPr id="1218861242" name="Rechteck 59"/>
          <p:cNvSpPr/>
          <p:nvPr userDrawn="1"/>
        </p:nvSpPr>
        <p:spPr bwMode="auto">
          <a:xfrm>
            <a:off x="518400" y="1196733"/>
            <a:ext cx="11676061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410595012" name="Textplatzhalter 64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18317" y="2647985"/>
            <a:ext cx="11157745" cy="1562031"/>
          </a:xfrm>
        </p:spPr>
        <p:txBody>
          <a:bodyPr vert="horz" wrap="square" lIns="0" tIns="0" rIns="360000" bIns="0" rtlCol="0" anchor="ctr" anchorCtr="0">
            <a:spAutoFit/>
          </a:bodyPr>
          <a:lstStyle>
            <a:lvl1pPr>
              <a:spcAft>
                <a:spcPts val="0"/>
              </a:spcAft>
              <a:defRPr lang="de-DE" sz="4800" b="1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ts val="0"/>
              </a:spcBef>
              <a:defRPr/>
            </a:pPr>
            <a:r>
              <a:rPr lang="de-DE"/>
              <a:t>Vielen Dank</a:t>
            </a:r>
            <a:br>
              <a:rPr lang="de-DE"/>
            </a:br>
            <a:r>
              <a:rPr lang="de-DE"/>
              <a:t>für Ihre Aufmerksamkeit!</a:t>
            </a:r>
            <a:endParaRPr/>
          </a:p>
        </p:txBody>
      </p:sp>
      <p:grpSp>
        <p:nvGrpSpPr>
          <p:cNvPr id="1117874683" name="Gruppieren 55"/>
          <p:cNvGrpSpPr/>
          <p:nvPr userDrawn="1"/>
        </p:nvGrpSpPr>
        <p:grpSpPr bwMode="auto"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2" name="Gerader Verbinder 61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feld 62"/>
            <p:cNvSpPr txBox="1"/>
            <p:nvPr userDrawn="1"/>
          </p:nvSpPr>
          <p:spPr bwMode="auto"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08,70</a:t>
              </a:r>
              <a:endParaRPr/>
            </a:p>
          </p:txBody>
        </p:sp>
      </p:grpSp>
      <p:grpSp>
        <p:nvGrpSpPr>
          <p:cNvPr id="613988632" name="Gruppieren 63"/>
          <p:cNvGrpSpPr/>
          <p:nvPr userDrawn="1"/>
        </p:nvGrpSpPr>
        <p:grpSpPr bwMode="auto"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6" name="Gerader Verbinder 65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feld 66"/>
            <p:cNvSpPr txBox="1"/>
            <p:nvPr userDrawn="1"/>
          </p:nvSpPr>
          <p:spPr bwMode="auto"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06,00</a:t>
              </a:r>
              <a:endParaRPr/>
            </a:p>
          </p:txBody>
        </p:sp>
      </p:grpSp>
      <p:grpSp>
        <p:nvGrpSpPr>
          <p:cNvPr id="2011821858" name="Gruppieren 67"/>
          <p:cNvGrpSpPr/>
          <p:nvPr userDrawn="1"/>
        </p:nvGrpSpPr>
        <p:grpSpPr bwMode="auto"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9" name="Gerader Verbinder 68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feld 69"/>
            <p:cNvSpPr txBox="1"/>
            <p:nvPr userDrawn="1"/>
          </p:nvSpPr>
          <p:spPr bwMode="auto"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05,00</a:t>
              </a:r>
              <a:endParaRPr/>
            </a:p>
          </p:txBody>
        </p:sp>
      </p:grpSp>
      <p:grpSp>
        <p:nvGrpSpPr>
          <p:cNvPr id="328331509" name="Gruppieren 70"/>
          <p:cNvGrpSpPr/>
          <p:nvPr userDrawn="1"/>
        </p:nvGrpSpPr>
        <p:grpSpPr bwMode="auto"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2" name="Gerader Verbinder 71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feld 72"/>
            <p:cNvSpPr txBox="1"/>
            <p:nvPr userDrawn="1"/>
          </p:nvSpPr>
          <p:spPr bwMode="auto"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00,00</a:t>
              </a:r>
              <a:endParaRPr/>
            </a:p>
          </p:txBody>
        </p:sp>
      </p:grpSp>
      <p:grpSp>
        <p:nvGrpSpPr>
          <p:cNvPr id="758399875" name="Gruppieren 73"/>
          <p:cNvGrpSpPr/>
          <p:nvPr userDrawn="1"/>
        </p:nvGrpSpPr>
        <p:grpSpPr bwMode="auto"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5" name="Gerader Verbinder 74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feld 75"/>
            <p:cNvSpPr txBox="1"/>
            <p:nvPr userDrawn="1"/>
          </p:nvSpPr>
          <p:spPr bwMode="auto"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07,70</a:t>
              </a:r>
              <a:endParaRPr/>
            </a:p>
          </p:txBody>
        </p:sp>
      </p:grpSp>
      <p:grpSp>
        <p:nvGrpSpPr>
          <p:cNvPr id="569162986" name="Gruppieren 76"/>
          <p:cNvGrpSpPr/>
          <p:nvPr userDrawn="1"/>
        </p:nvGrpSpPr>
        <p:grpSpPr bwMode="auto"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8" name="Gerader Verbinder 77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feld 78"/>
            <p:cNvSpPr txBox="1"/>
            <p:nvPr userDrawn="1"/>
          </p:nvSpPr>
          <p:spPr bwMode="auto"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08,90</a:t>
              </a:r>
              <a:endParaRPr/>
            </a:p>
          </p:txBody>
        </p:sp>
      </p:grpSp>
      <p:grpSp>
        <p:nvGrpSpPr>
          <p:cNvPr id="328694848" name="Gruppieren 79"/>
          <p:cNvGrpSpPr/>
          <p:nvPr userDrawn="1"/>
        </p:nvGrpSpPr>
        <p:grpSpPr bwMode="auto">
          <a:xfrm rot="16199998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81" name="Gerader Verbinder 80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feld 81"/>
            <p:cNvSpPr txBox="1"/>
            <p:nvPr userDrawn="1"/>
          </p:nvSpPr>
          <p:spPr bwMode="auto"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15,50</a:t>
              </a:r>
              <a:endParaRPr/>
            </a:p>
          </p:txBody>
        </p:sp>
      </p:grpSp>
      <p:grpSp>
        <p:nvGrpSpPr>
          <p:cNvPr id="2118158037" name="Gruppieren 82"/>
          <p:cNvGrpSpPr/>
          <p:nvPr userDrawn="1"/>
        </p:nvGrpSpPr>
        <p:grpSpPr bwMode="auto">
          <a:xfrm rot="16199998">
            <a:off x="5752962" y="-299136"/>
            <a:ext cx="333375" cy="136804"/>
            <a:chOff x="-133350" y="2711171"/>
            <a:chExt cx="333375" cy="136804"/>
          </a:xfrm>
        </p:grpSpPr>
        <p:cxnSp>
          <p:nvCxnSpPr>
            <p:cNvPr id="84" name="Gerader Verbinder 83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feld 84"/>
            <p:cNvSpPr txBox="1"/>
            <p:nvPr userDrawn="1"/>
          </p:nvSpPr>
          <p:spPr bwMode="auto"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00,30</a:t>
              </a:r>
              <a:endParaRPr/>
            </a:p>
          </p:txBody>
        </p:sp>
      </p:grpSp>
      <p:grpSp>
        <p:nvGrpSpPr>
          <p:cNvPr id="622802334" name="Gruppieren 85"/>
          <p:cNvGrpSpPr/>
          <p:nvPr userDrawn="1"/>
        </p:nvGrpSpPr>
        <p:grpSpPr bwMode="auto"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7" name="Gerader Verbinder 86"/>
            <p:cNvCxnSpPr/>
            <p:nvPr userDrawn="1"/>
          </p:nvCxnSpPr>
          <p:spPr bwMode="auto">
            <a:xfrm rot="16199998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feld 87"/>
            <p:cNvSpPr txBox="1"/>
            <p:nvPr userDrawn="1"/>
          </p:nvSpPr>
          <p:spPr bwMode="auto">
            <a:xfrm rot="16199998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00,30</a:t>
              </a:r>
              <a:endParaRPr/>
            </a:p>
          </p:txBody>
        </p:sp>
      </p:grpSp>
      <p:cxnSp>
        <p:nvCxnSpPr>
          <p:cNvPr id="2131404720" name="Gerader Verbinder 88"/>
          <p:cNvCxnSpPr/>
          <p:nvPr userDrawn="1"/>
        </p:nvCxnSpPr>
        <p:spPr bwMode="auto">
          <a:xfrm rot="16199998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9503602" name="Gruppieren 89"/>
          <p:cNvGrpSpPr/>
          <p:nvPr userDrawn="1"/>
        </p:nvGrpSpPr>
        <p:grpSpPr bwMode="auto">
          <a:xfrm rot="16199998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91" name="Gerader Verbinder 90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feld 91"/>
            <p:cNvSpPr txBox="1"/>
            <p:nvPr userDrawn="1"/>
          </p:nvSpPr>
          <p:spPr bwMode="auto"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15,50</a:t>
              </a:r>
              <a:endParaRPr/>
            </a:p>
          </p:txBody>
        </p:sp>
      </p:grpSp>
      <p:grpSp>
        <p:nvGrpSpPr>
          <p:cNvPr id="2089337641" name="Gruppieren 92"/>
          <p:cNvGrpSpPr/>
          <p:nvPr userDrawn="1"/>
        </p:nvGrpSpPr>
        <p:grpSpPr bwMode="auto">
          <a:xfrm>
            <a:off x="510639" y="293096"/>
            <a:ext cx="2388067" cy="301237"/>
            <a:chOff x="510639" y="293688"/>
            <a:chExt cx="2594512" cy="327279"/>
          </a:xfrm>
        </p:grpSpPr>
        <p:sp>
          <p:nvSpPr>
            <p:cNvPr id="94" name="Freihandform: Form 139"/>
            <p:cNvSpPr/>
            <p:nvPr/>
          </p:nvSpPr>
          <p:spPr bwMode="auto">
            <a:xfrm>
              <a:off x="519935" y="300420"/>
              <a:ext cx="78213" cy="124372"/>
            </a:xfrm>
            <a:custGeom>
              <a:avLst/>
              <a:gdLst>
                <a:gd name="connsiteX0" fmla="*/ 232410 w 232409"/>
                <a:gd name="connsiteY0" fmla="*/ 60960 h 369569"/>
                <a:gd name="connsiteX1" fmla="*/ 65723 w 232409"/>
                <a:gd name="connsiteY1" fmla="*/ 60960 h 369569"/>
                <a:gd name="connsiteX2" fmla="*/ 65723 w 232409"/>
                <a:gd name="connsiteY2" fmla="*/ 152400 h 369569"/>
                <a:gd name="connsiteX3" fmla="*/ 189547 w 232409"/>
                <a:gd name="connsiteY3" fmla="*/ 152400 h 369569"/>
                <a:gd name="connsiteX4" fmla="*/ 189547 w 232409"/>
                <a:gd name="connsiteY4" fmla="*/ 212408 h 369569"/>
                <a:gd name="connsiteX5" fmla="*/ 65723 w 232409"/>
                <a:gd name="connsiteY5" fmla="*/ 212408 h 369569"/>
                <a:gd name="connsiteX6" fmla="*/ 65723 w 232409"/>
                <a:gd name="connsiteY6" fmla="*/ 369570 h 369569"/>
                <a:gd name="connsiteX7" fmla="*/ 0 w 232409"/>
                <a:gd name="connsiteY7" fmla="*/ 369570 h 369569"/>
                <a:gd name="connsiteX8" fmla="*/ 0 w 232409"/>
                <a:gd name="connsiteY8" fmla="*/ 0 h 369569"/>
                <a:gd name="connsiteX9" fmla="*/ 231458 w 232409"/>
                <a:gd name="connsiteY9" fmla="*/ 0 h 369569"/>
                <a:gd name="connsiteX10" fmla="*/ 231458 w 232409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09" h="369569" extrusionOk="0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95" name="Freihandform: Form 140"/>
            <p:cNvSpPr/>
            <p:nvPr/>
          </p:nvSpPr>
          <p:spPr bwMode="auto">
            <a:xfrm>
              <a:off x="610329" y="332713"/>
              <a:ext cx="53852" cy="91758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 extrusionOk="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96" name="Freihandform: Form 141"/>
            <p:cNvSpPr/>
            <p:nvPr/>
          </p:nvSpPr>
          <p:spPr bwMode="auto">
            <a:xfrm>
              <a:off x="679247" y="294971"/>
              <a:ext cx="26605" cy="129501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 extrusionOk="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97" name="Freihandform: Form 142"/>
            <p:cNvSpPr/>
            <p:nvPr/>
          </p:nvSpPr>
          <p:spPr bwMode="auto">
            <a:xfrm>
              <a:off x="725086" y="332795"/>
              <a:ext cx="81739" cy="93920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 extrusionOk="0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98" name="Freihandform: Form 143"/>
            <p:cNvSpPr/>
            <p:nvPr/>
          </p:nvSpPr>
          <p:spPr bwMode="auto">
            <a:xfrm>
              <a:off x="825417" y="293688"/>
              <a:ext cx="83663" cy="133347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2 w 248602"/>
                <a:gd name="connsiteY5" fmla="*/ 0 h 396239"/>
                <a:gd name="connsiteX6" fmla="*/ 248602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0960 w 248602"/>
                <a:gd name="connsiteY12" fmla="*/ 255270 h 396239"/>
                <a:gd name="connsiteX13" fmla="*/ 122872 w 248602"/>
                <a:gd name="connsiteY13" fmla="*/ 340995 h 396239"/>
                <a:gd name="connsiteX14" fmla="*/ 186690 w 248602"/>
                <a:gd name="connsiteY14" fmla="*/ 305753 h 396239"/>
                <a:gd name="connsiteX15" fmla="*/ 186690 w 248602"/>
                <a:gd name="connsiteY15" fmla="*/ 207645 h 396239"/>
                <a:gd name="connsiteX16" fmla="*/ 122872 w 248602"/>
                <a:gd name="connsiteY16" fmla="*/ 172402 h 396239"/>
                <a:gd name="connsiteX17" fmla="*/ 60960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 extrusionOk="0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99" name="Freihandform: Form 144"/>
            <p:cNvSpPr/>
            <p:nvPr/>
          </p:nvSpPr>
          <p:spPr bwMode="auto">
            <a:xfrm>
              <a:off x="936967" y="332713"/>
              <a:ext cx="53852" cy="91758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 extrusionOk="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00" name="Freihandform: Form 145"/>
            <p:cNvSpPr/>
            <p:nvPr/>
          </p:nvSpPr>
          <p:spPr bwMode="auto">
            <a:xfrm>
              <a:off x="1005565" y="294971"/>
              <a:ext cx="26605" cy="129501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1438 w 79057"/>
                <a:gd name="connsiteY5" fmla="*/ 384810 h 384810"/>
                <a:gd name="connsiteX6" fmla="*/ 9525 w 79057"/>
                <a:gd name="connsiteY6" fmla="*/ 384810 h 384810"/>
                <a:gd name="connsiteX7" fmla="*/ 9525 w 79057"/>
                <a:gd name="connsiteY7" fmla="*/ 118110 h 384810"/>
                <a:gd name="connsiteX8" fmla="*/ 71438 w 79057"/>
                <a:gd name="connsiteY8" fmla="*/ 118110 h 384810"/>
                <a:gd name="connsiteX9" fmla="*/ 71438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 extrusionOk="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01" name="Freihandform: Form 146"/>
            <p:cNvSpPr/>
            <p:nvPr/>
          </p:nvSpPr>
          <p:spPr bwMode="auto">
            <a:xfrm>
              <a:off x="1052044" y="332474"/>
              <a:ext cx="75649" cy="94240"/>
            </a:xfrm>
            <a:custGeom>
              <a:avLst/>
              <a:gdLst>
                <a:gd name="connsiteX0" fmla="*/ 222885 w 224789"/>
                <a:gd name="connsiteY0" fmla="*/ 237172 h 280034"/>
                <a:gd name="connsiteX1" fmla="*/ 127635 w 224789"/>
                <a:gd name="connsiteY1" fmla="*/ 280035 h 280034"/>
                <a:gd name="connsiteX2" fmla="*/ 0 w 224789"/>
                <a:gd name="connsiteY2" fmla="*/ 140970 h 280034"/>
                <a:gd name="connsiteX3" fmla="*/ 128588 w 224789"/>
                <a:gd name="connsiteY3" fmla="*/ 0 h 280034"/>
                <a:gd name="connsiteX4" fmla="*/ 224790 w 224789"/>
                <a:gd name="connsiteY4" fmla="*/ 45720 h 280034"/>
                <a:gd name="connsiteX5" fmla="*/ 181927 w 224789"/>
                <a:gd name="connsiteY5" fmla="*/ 86678 h 280034"/>
                <a:gd name="connsiteX6" fmla="*/ 128588 w 224789"/>
                <a:gd name="connsiteY6" fmla="*/ 57150 h 280034"/>
                <a:gd name="connsiteX7" fmla="*/ 62865 w 224789"/>
                <a:gd name="connsiteY7" fmla="*/ 140018 h 280034"/>
                <a:gd name="connsiteX8" fmla="*/ 128588 w 224789"/>
                <a:gd name="connsiteY8" fmla="*/ 222885 h 280034"/>
                <a:gd name="connsiteX9" fmla="*/ 183833 w 224789"/>
                <a:gd name="connsiteY9" fmla="*/ 193358 h 280034"/>
                <a:gd name="connsiteX10" fmla="*/ 222885 w 224789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4" extrusionOk="0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02" name="Freihandform: Form 147"/>
            <p:cNvSpPr/>
            <p:nvPr/>
          </p:nvSpPr>
          <p:spPr bwMode="auto">
            <a:xfrm>
              <a:off x="1145644" y="293688"/>
              <a:ext cx="77252" cy="131103"/>
            </a:xfrm>
            <a:custGeom>
              <a:avLst/>
              <a:gdLst>
                <a:gd name="connsiteX0" fmla="*/ 229553 w 229552"/>
                <a:gd name="connsiteY0" fmla="*/ 388620 h 389572"/>
                <a:gd name="connsiteX1" fmla="*/ 167640 w 229552"/>
                <a:gd name="connsiteY1" fmla="*/ 388620 h 389572"/>
                <a:gd name="connsiteX2" fmla="*/ 167640 w 229552"/>
                <a:gd name="connsiteY2" fmla="*/ 236220 h 389572"/>
                <a:gd name="connsiteX3" fmla="*/ 118110 w 229552"/>
                <a:gd name="connsiteY3" fmla="*/ 171450 h 389572"/>
                <a:gd name="connsiteX4" fmla="*/ 62865 w 229552"/>
                <a:gd name="connsiteY4" fmla="*/ 236220 h 389572"/>
                <a:gd name="connsiteX5" fmla="*/ 62865 w 229552"/>
                <a:gd name="connsiteY5" fmla="*/ 389573 h 389572"/>
                <a:gd name="connsiteX6" fmla="*/ 0 w 229552"/>
                <a:gd name="connsiteY6" fmla="*/ 389573 h 389572"/>
                <a:gd name="connsiteX7" fmla="*/ 0 w 229552"/>
                <a:gd name="connsiteY7" fmla="*/ 15240 h 389572"/>
                <a:gd name="connsiteX8" fmla="*/ 61913 w 229552"/>
                <a:gd name="connsiteY8" fmla="*/ 0 h 389572"/>
                <a:gd name="connsiteX9" fmla="*/ 61913 w 229552"/>
                <a:gd name="connsiteY9" fmla="*/ 155258 h 389572"/>
                <a:gd name="connsiteX10" fmla="*/ 62865 w 229552"/>
                <a:gd name="connsiteY10" fmla="*/ 155258 h 389572"/>
                <a:gd name="connsiteX11" fmla="*/ 140970 w 229552"/>
                <a:gd name="connsiteY11" fmla="*/ 116205 h 389572"/>
                <a:gd name="connsiteX12" fmla="*/ 228600 w 229552"/>
                <a:gd name="connsiteY12" fmla="*/ 223838 h 389572"/>
                <a:gd name="connsiteX13" fmla="*/ 228600 w 229552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389572" extrusionOk="0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03" name="Freihandform: Form 148"/>
            <p:cNvSpPr/>
            <p:nvPr/>
          </p:nvSpPr>
          <p:spPr bwMode="auto">
            <a:xfrm>
              <a:off x="1246937" y="359721"/>
              <a:ext cx="43915" cy="19874"/>
            </a:xfrm>
            <a:custGeom>
              <a:avLst/>
              <a:gdLst>
                <a:gd name="connsiteX0" fmla="*/ 130492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2 w 130492"/>
                <a:gd name="connsiteY3" fmla="*/ 0 h 59055"/>
                <a:gd name="connsiteX4" fmla="*/ 130492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 extrusionOk="0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04" name="Freihandform: Form 149"/>
            <p:cNvSpPr/>
            <p:nvPr/>
          </p:nvSpPr>
          <p:spPr bwMode="auto">
            <a:xfrm>
              <a:off x="1302071" y="300420"/>
              <a:ext cx="115397" cy="124051"/>
            </a:xfrm>
            <a:custGeom>
              <a:avLst/>
              <a:gdLst>
                <a:gd name="connsiteX0" fmla="*/ 136208 w 342900"/>
                <a:gd name="connsiteY0" fmla="*/ 0 h 368617"/>
                <a:gd name="connsiteX1" fmla="*/ 205740 w 342900"/>
                <a:gd name="connsiteY1" fmla="*/ 0 h 368617"/>
                <a:gd name="connsiteX2" fmla="*/ 342900 w 342900"/>
                <a:gd name="connsiteY2" fmla="*/ 368618 h 368617"/>
                <a:gd name="connsiteX3" fmla="*/ 271463 w 342900"/>
                <a:gd name="connsiteY3" fmla="*/ 368618 h 368617"/>
                <a:gd name="connsiteX4" fmla="*/ 244793 w 342900"/>
                <a:gd name="connsiteY4" fmla="*/ 290512 h 368617"/>
                <a:gd name="connsiteX5" fmla="*/ 96203 w 342900"/>
                <a:gd name="connsiteY5" fmla="*/ 290512 h 368617"/>
                <a:gd name="connsiteX6" fmla="*/ 69533 w 342900"/>
                <a:gd name="connsiteY6" fmla="*/ 368618 h 368617"/>
                <a:gd name="connsiteX7" fmla="*/ 0 w 342900"/>
                <a:gd name="connsiteY7" fmla="*/ 368618 h 368617"/>
                <a:gd name="connsiteX8" fmla="*/ 136208 w 342900"/>
                <a:gd name="connsiteY8" fmla="*/ 0 h 368617"/>
                <a:gd name="connsiteX9" fmla="*/ 116205 w 342900"/>
                <a:gd name="connsiteY9" fmla="*/ 231458 h 368617"/>
                <a:gd name="connsiteX10" fmla="*/ 223838 w 342900"/>
                <a:gd name="connsiteY10" fmla="*/ 231458 h 368617"/>
                <a:gd name="connsiteX11" fmla="*/ 170498 w 342900"/>
                <a:gd name="connsiteY11" fmla="*/ 75247 h 368617"/>
                <a:gd name="connsiteX12" fmla="*/ 169545 w 342900"/>
                <a:gd name="connsiteY12" fmla="*/ 75247 h 368617"/>
                <a:gd name="connsiteX13" fmla="*/ 116205 w 342900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900" h="368617" extrusionOk="0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05" name="Freihandform: Form 150"/>
            <p:cNvSpPr/>
            <p:nvPr/>
          </p:nvSpPr>
          <p:spPr bwMode="auto">
            <a:xfrm>
              <a:off x="1436060" y="293688"/>
              <a:ext cx="20835" cy="130783"/>
            </a:xfrm>
            <a:custGeom>
              <a:avLst/>
              <a:gdLst>
                <a:gd name="connsiteX0" fmla="*/ 61913 w 61912"/>
                <a:gd name="connsiteY0" fmla="*/ 388620 h 388620"/>
                <a:gd name="connsiteX1" fmla="*/ 0 w 61912"/>
                <a:gd name="connsiteY1" fmla="*/ 388620 h 388620"/>
                <a:gd name="connsiteX2" fmla="*/ 0 w 61912"/>
                <a:gd name="connsiteY2" fmla="*/ 14288 h 388620"/>
                <a:gd name="connsiteX3" fmla="*/ 61913 w 61912"/>
                <a:gd name="connsiteY3" fmla="*/ 0 h 388620"/>
                <a:gd name="connsiteX4" fmla="*/ 61913 w 61912"/>
                <a:gd name="connsiteY4" fmla="*/ 388620 h 38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8620" extrusionOk="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06" name="Freihandform: Form 151"/>
            <p:cNvSpPr/>
            <p:nvPr/>
          </p:nvSpPr>
          <p:spPr bwMode="auto">
            <a:xfrm>
              <a:off x="1479334" y="332795"/>
              <a:ext cx="81739" cy="93920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 extrusionOk="0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07" name="Freihandform: Form 152"/>
            <p:cNvSpPr/>
            <p:nvPr/>
          </p:nvSpPr>
          <p:spPr bwMode="auto">
            <a:xfrm>
              <a:off x="1572613" y="334718"/>
              <a:ext cx="85906" cy="89753"/>
            </a:xfrm>
            <a:custGeom>
              <a:avLst/>
              <a:gdLst>
                <a:gd name="connsiteX0" fmla="*/ 255270 w 255269"/>
                <a:gd name="connsiteY0" fmla="*/ 266700 h 266700"/>
                <a:gd name="connsiteX1" fmla="*/ 183832 w 255269"/>
                <a:gd name="connsiteY1" fmla="*/ 266700 h 266700"/>
                <a:gd name="connsiteX2" fmla="*/ 126682 w 255269"/>
                <a:gd name="connsiteY2" fmla="*/ 174307 h 266700"/>
                <a:gd name="connsiteX3" fmla="*/ 125730 w 255269"/>
                <a:gd name="connsiteY3" fmla="*/ 174307 h 266700"/>
                <a:gd name="connsiteX4" fmla="*/ 70485 w 255269"/>
                <a:gd name="connsiteY4" fmla="*/ 266700 h 266700"/>
                <a:gd name="connsiteX5" fmla="*/ 0 w 255269"/>
                <a:gd name="connsiteY5" fmla="*/ 266700 h 266700"/>
                <a:gd name="connsiteX6" fmla="*/ 91440 w 255269"/>
                <a:gd name="connsiteY6" fmla="*/ 128588 h 266700"/>
                <a:gd name="connsiteX7" fmla="*/ 6667 w 255269"/>
                <a:gd name="connsiteY7" fmla="*/ 0 h 266700"/>
                <a:gd name="connsiteX8" fmla="*/ 77152 w 255269"/>
                <a:gd name="connsiteY8" fmla="*/ 0 h 266700"/>
                <a:gd name="connsiteX9" fmla="*/ 127635 w 255269"/>
                <a:gd name="connsiteY9" fmla="*/ 81915 h 266700"/>
                <a:gd name="connsiteX10" fmla="*/ 128588 w 255269"/>
                <a:gd name="connsiteY10" fmla="*/ 81915 h 266700"/>
                <a:gd name="connsiteX11" fmla="*/ 178117 w 255269"/>
                <a:gd name="connsiteY11" fmla="*/ 0 h 266700"/>
                <a:gd name="connsiteX12" fmla="*/ 247650 w 255269"/>
                <a:gd name="connsiteY12" fmla="*/ 0 h 266700"/>
                <a:gd name="connsiteX13" fmla="*/ 163830 w 255269"/>
                <a:gd name="connsiteY13" fmla="*/ 127635 h 266700"/>
                <a:gd name="connsiteX14" fmla="*/ 255270 w 255269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69" h="266700" extrusionOk="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08" name="Freihandform: Form 153"/>
            <p:cNvSpPr/>
            <p:nvPr/>
          </p:nvSpPr>
          <p:spPr bwMode="auto">
            <a:xfrm>
              <a:off x="1669733" y="332795"/>
              <a:ext cx="75975" cy="93920"/>
            </a:xfrm>
            <a:custGeom>
              <a:avLst/>
              <a:gdLst>
                <a:gd name="connsiteX0" fmla="*/ 114317 w 225759"/>
                <a:gd name="connsiteY0" fmla="*/ 107632 h 279082"/>
                <a:gd name="connsiteX1" fmla="*/ 164799 w 225759"/>
                <a:gd name="connsiteY1" fmla="*/ 113347 h 279082"/>
                <a:gd name="connsiteX2" fmla="*/ 164799 w 225759"/>
                <a:gd name="connsiteY2" fmla="*/ 103822 h 279082"/>
                <a:gd name="connsiteX3" fmla="*/ 105744 w 225759"/>
                <a:gd name="connsiteY3" fmla="*/ 52388 h 279082"/>
                <a:gd name="connsiteX4" fmla="*/ 38117 w 225759"/>
                <a:gd name="connsiteY4" fmla="*/ 67628 h 279082"/>
                <a:gd name="connsiteX5" fmla="*/ 24782 w 225759"/>
                <a:gd name="connsiteY5" fmla="*/ 15240 h 279082"/>
                <a:gd name="connsiteX6" fmla="*/ 112412 w 225759"/>
                <a:gd name="connsiteY6" fmla="*/ 0 h 279082"/>
                <a:gd name="connsiteX7" fmla="*/ 225759 w 225759"/>
                <a:gd name="connsiteY7" fmla="*/ 102870 h 279082"/>
                <a:gd name="connsiteX8" fmla="*/ 225759 w 225759"/>
                <a:gd name="connsiteY8" fmla="*/ 273368 h 279082"/>
                <a:gd name="connsiteX9" fmla="*/ 166704 w 225759"/>
                <a:gd name="connsiteY9" fmla="*/ 273368 h 279082"/>
                <a:gd name="connsiteX10" fmla="*/ 166704 w 225759"/>
                <a:gd name="connsiteY10" fmla="*/ 244793 h 279082"/>
                <a:gd name="connsiteX11" fmla="*/ 165752 w 225759"/>
                <a:gd name="connsiteY11" fmla="*/ 244793 h 279082"/>
                <a:gd name="connsiteX12" fmla="*/ 87647 w 225759"/>
                <a:gd name="connsiteY12" fmla="*/ 279083 h 279082"/>
                <a:gd name="connsiteX13" fmla="*/ 17 w 225759"/>
                <a:gd name="connsiteY13" fmla="*/ 194310 h 279082"/>
                <a:gd name="connsiteX14" fmla="*/ 114317 w 225759"/>
                <a:gd name="connsiteY14" fmla="*/ 107632 h 279082"/>
                <a:gd name="connsiteX15" fmla="*/ 103839 w 225759"/>
                <a:gd name="connsiteY15" fmla="*/ 232410 h 279082"/>
                <a:gd name="connsiteX16" fmla="*/ 164799 w 225759"/>
                <a:gd name="connsiteY16" fmla="*/ 200025 h 279082"/>
                <a:gd name="connsiteX17" fmla="*/ 164799 w 225759"/>
                <a:gd name="connsiteY17" fmla="*/ 154305 h 279082"/>
                <a:gd name="connsiteX18" fmla="*/ 120984 w 225759"/>
                <a:gd name="connsiteY18" fmla="*/ 149543 h 279082"/>
                <a:gd name="connsiteX19" fmla="*/ 59072 w 225759"/>
                <a:gd name="connsiteY19" fmla="*/ 193358 h 279082"/>
                <a:gd name="connsiteX20" fmla="*/ 103839 w 225759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9" h="279082" extrusionOk="0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09" name="Freihandform: Form 154"/>
            <p:cNvSpPr/>
            <p:nvPr/>
          </p:nvSpPr>
          <p:spPr bwMode="auto">
            <a:xfrm>
              <a:off x="1772314" y="332795"/>
              <a:ext cx="77252" cy="91997"/>
            </a:xfrm>
            <a:custGeom>
              <a:avLst/>
              <a:gdLst>
                <a:gd name="connsiteX0" fmla="*/ 229553 w 229552"/>
                <a:gd name="connsiteY0" fmla="*/ 272415 h 273367"/>
                <a:gd name="connsiteX1" fmla="*/ 166688 w 229552"/>
                <a:gd name="connsiteY1" fmla="*/ 272415 h 273367"/>
                <a:gd name="connsiteX2" fmla="*/ 166688 w 229552"/>
                <a:gd name="connsiteY2" fmla="*/ 120015 h 273367"/>
                <a:gd name="connsiteX3" fmla="*/ 117157 w 229552"/>
                <a:gd name="connsiteY3" fmla="*/ 55245 h 273367"/>
                <a:gd name="connsiteX4" fmla="*/ 61913 w 229552"/>
                <a:gd name="connsiteY4" fmla="*/ 120015 h 273367"/>
                <a:gd name="connsiteX5" fmla="*/ 61913 w 229552"/>
                <a:gd name="connsiteY5" fmla="*/ 273368 h 273367"/>
                <a:gd name="connsiteX6" fmla="*/ 0 w 229552"/>
                <a:gd name="connsiteY6" fmla="*/ 273368 h 273367"/>
                <a:gd name="connsiteX7" fmla="*/ 0 w 229552"/>
                <a:gd name="connsiteY7" fmla="*/ 6668 h 273367"/>
                <a:gd name="connsiteX8" fmla="*/ 61913 w 229552"/>
                <a:gd name="connsiteY8" fmla="*/ 6668 h 273367"/>
                <a:gd name="connsiteX9" fmla="*/ 61913 w 229552"/>
                <a:gd name="connsiteY9" fmla="*/ 39053 h 273367"/>
                <a:gd name="connsiteX10" fmla="*/ 62865 w 229552"/>
                <a:gd name="connsiteY10" fmla="*/ 39053 h 273367"/>
                <a:gd name="connsiteX11" fmla="*/ 140970 w 229552"/>
                <a:gd name="connsiteY11" fmla="*/ 0 h 273367"/>
                <a:gd name="connsiteX12" fmla="*/ 228600 w 229552"/>
                <a:gd name="connsiteY12" fmla="*/ 107632 h 273367"/>
                <a:gd name="connsiteX13" fmla="*/ 228600 w 229552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273367" extrusionOk="0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10" name="Freihandform: Form 155"/>
            <p:cNvSpPr/>
            <p:nvPr/>
          </p:nvSpPr>
          <p:spPr bwMode="auto">
            <a:xfrm>
              <a:off x="1871684" y="293688"/>
              <a:ext cx="83663" cy="133347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3 w 248602"/>
                <a:gd name="connsiteY7" fmla="*/ 389573 h 396239"/>
                <a:gd name="connsiteX8" fmla="*/ 187643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3 w 248602"/>
                <a:gd name="connsiteY14" fmla="*/ 305753 h 396239"/>
                <a:gd name="connsiteX15" fmla="*/ 187643 w 248602"/>
                <a:gd name="connsiteY15" fmla="*/ 207645 h 396239"/>
                <a:gd name="connsiteX16" fmla="*/ 123825 w 248602"/>
                <a:gd name="connsiteY16" fmla="*/ 172402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 extrusionOk="0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11" name="Freihandform: Form 156"/>
            <p:cNvSpPr/>
            <p:nvPr/>
          </p:nvSpPr>
          <p:spPr bwMode="auto">
            <a:xfrm>
              <a:off x="1978106" y="332795"/>
              <a:ext cx="81739" cy="93920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 extrusionOk="0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12" name="Freihandform: Form 157"/>
            <p:cNvSpPr/>
            <p:nvPr/>
          </p:nvSpPr>
          <p:spPr bwMode="auto">
            <a:xfrm>
              <a:off x="2083566" y="332713"/>
              <a:ext cx="53852" cy="91758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 extrusionOk="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13" name="Freihandform: Form 158"/>
            <p:cNvSpPr/>
            <p:nvPr/>
          </p:nvSpPr>
          <p:spPr bwMode="auto">
            <a:xfrm>
              <a:off x="2150561" y="359721"/>
              <a:ext cx="43915" cy="19874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 extrusionOk="0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62" name="Freihandform: Form 159"/>
            <p:cNvSpPr/>
            <p:nvPr/>
          </p:nvSpPr>
          <p:spPr bwMode="auto">
            <a:xfrm>
              <a:off x="2221081" y="300420"/>
              <a:ext cx="97126" cy="126295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 extrusionOk="0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63" name="Freihandform: Form 160"/>
            <p:cNvSpPr/>
            <p:nvPr/>
          </p:nvSpPr>
          <p:spPr bwMode="auto">
            <a:xfrm>
              <a:off x="2346415" y="332795"/>
              <a:ext cx="76931" cy="9199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 extrusionOk="0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64" name="Freihandform: Form 161"/>
            <p:cNvSpPr/>
            <p:nvPr/>
          </p:nvSpPr>
          <p:spPr bwMode="auto">
            <a:xfrm>
              <a:off x="2447067" y="294971"/>
              <a:ext cx="26605" cy="129501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 extrusionOk="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65" name="Freihandform: Form 162"/>
            <p:cNvSpPr/>
            <p:nvPr/>
          </p:nvSpPr>
          <p:spPr bwMode="auto">
            <a:xfrm>
              <a:off x="2488418" y="335039"/>
              <a:ext cx="87189" cy="89753"/>
            </a:xfrm>
            <a:custGeom>
              <a:avLst/>
              <a:gdLst>
                <a:gd name="connsiteX0" fmla="*/ 259080 w 259079"/>
                <a:gd name="connsiteY0" fmla="*/ 0 h 266700"/>
                <a:gd name="connsiteX1" fmla="*/ 161925 w 259079"/>
                <a:gd name="connsiteY1" fmla="*/ 266700 h 266700"/>
                <a:gd name="connsiteX2" fmla="*/ 97155 w 259079"/>
                <a:gd name="connsiteY2" fmla="*/ 266700 h 266700"/>
                <a:gd name="connsiteX3" fmla="*/ 0 w 259079"/>
                <a:gd name="connsiteY3" fmla="*/ 0 h 266700"/>
                <a:gd name="connsiteX4" fmla="*/ 68580 w 259079"/>
                <a:gd name="connsiteY4" fmla="*/ 0 h 266700"/>
                <a:gd name="connsiteX5" fmla="*/ 129540 w 259079"/>
                <a:gd name="connsiteY5" fmla="*/ 193358 h 266700"/>
                <a:gd name="connsiteX6" fmla="*/ 130492 w 259079"/>
                <a:gd name="connsiteY6" fmla="*/ 193358 h 266700"/>
                <a:gd name="connsiteX7" fmla="*/ 191452 w 259079"/>
                <a:gd name="connsiteY7" fmla="*/ 0 h 266700"/>
                <a:gd name="connsiteX8" fmla="*/ 259080 w 259079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79" h="266700" extrusionOk="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66" name="Freihandform: Form 163"/>
            <p:cNvSpPr/>
            <p:nvPr/>
          </p:nvSpPr>
          <p:spPr bwMode="auto">
            <a:xfrm>
              <a:off x="2585223" y="332795"/>
              <a:ext cx="81739" cy="93920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3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 extrusionOk="0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67" name="Freihandform: Form 165"/>
            <p:cNvSpPr/>
            <p:nvPr/>
          </p:nvSpPr>
          <p:spPr bwMode="auto">
            <a:xfrm>
              <a:off x="2690683" y="332713"/>
              <a:ext cx="53852" cy="91758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 extrusionOk="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68" name="Freihandform: Form 166"/>
            <p:cNvSpPr/>
            <p:nvPr/>
          </p:nvSpPr>
          <p:spPr bwMode="auto">
            <a:xfrm>
              <a:off x="2754472" y="332474"/>
              <a:ext cx="69238" cy="94240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2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 extrusionOk="0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69" name="Freihandform: Form 168"/>
            <p:cNvSpPr/>
            <p:nvPr/>
          </p:nvSpPr>
          <p:spPr bwMode="auto">
            <a:xfrm>
              <a:off x="2843264" y="294971"/>
              <a:ext cx="26605" cy="129501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3 w 79057"/>
                <a:gd name="connsiteY1" fmla="*/ 76200 h 384810"/>
                <a:gd name="connsiteX2" fmla="*/ 0 w 79057"/>
                <a:gd name="connsiteY2" fmla="*/ 38100 h 384810"/>
                <a:gd name="connsiteX3" fmla="*/ 39053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 extrusionOk="0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70" name="Freihandform: Form 169"/>
            <p:cNvSpPr/>
            <p:nvPr/>
          </p:nvSpPr>
          <p:spPr bwMode="auto">
            <a:xfrm>
              <a:off x="2884935" y="306189"/>
              <a:ext cx="55775" cy="120525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8 w 165735"/>
                <a:gd name="connsiteY3" fmla="*/ 282892 h 358139"/>
                <a:gd name="connsiteX4" fmla="*/ 40958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 extrusionOk="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71" name="Freihandform: Form 170"/>
            <p:cNvSpPr/>
            <p:nvPr/>
          </p:nvSpPr>
          <p:spPr bwMode="auto">
            <a:xfrm>
              <a:off x="2957058" y="296573"/>
              <a:ext cx="75970" cy="130142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3 w 225742"/>
                <a:gd name="connsiteY1" fmla="*/ 220980 h 386714"/>
                <a:gd name="connsiteX2" fmla="*/ 164783 w 225742"/>
                <a:gd name="connsiteY2" fmla="*/ 211455 h 386714"/>
                <a:gd name="connsiteX3" fmla="*/ 105728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3823 w 225742"/>
                <a:gd name="connsiteY20" fmla="*/ 340042 h 386714"/>
                <a:gd name="connsiteX21" fmla="*/ 164783 w 225742"/>
                <a:gd name="connsiteY21" fmla="*/ 307658 h 386714"/>
                <a:gd name="connsiteX22" fmla="*/ 164783 w 225742"/>
                <a:gd name="connsiteY22" fmla="*/ 261938 h 386714"/>
                <a:gd name="connsiteX23" fmla="*/ 120968 w 225742"/>
                <a:gd name="connsiteY23" fmla="*/ 257175 h 386714"/>
                <a:gd name="connsiteX24" fmla="*/ 59055 w 225742"/>
                <a:gd name="connsiteY24" fmla="*/ 300990 h 386714"/>
                <a:gd name="connsiteX25" fmla="*/ 103823 w 225742"/>
                <a:gd name="connsiteY25" fmla="*/ 340042 h 386714"/>
                <a:gd name="connsiteX26" fmla="*/ 172403 w 225742"/>
                <a:gd name="connsiteY26" fmla="*/ 72390 h 386714"/>
                <a:gd name="connsiteX27" fmla="*/ 135255 w 225742"/>
                <a:gd name="connsiteY27" fmla="*/ 36195 h 386714"/>
                <a:gd name="connsiteX28" fmla="*/ 172403 w 225742"/>
                <a:gd name="connsiteY28" fmla="*/ 0 h 386714"/>
                <a:gd name="connsiteX29" fmla="*/ 209550 w 225742"/>
                <a:gd name="connsiteY29" fmla="*/ 36195 h 386714"/>
                <a:gd name="connsiteX30" fmla="*/ 172403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 extrusionOk="0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72" name="Freihandform: Form 171"/>
            <p:cNvSpPr/>
            <p:nvPr/>
          </p:nvSpPr>
          <p:spPr bwMode="auto">
            <a:xfrm>
              <a:off x="3049376" y="306189"/>
              <a:ext cx="55775" cy="120525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7 w 165734"/>
                <a:gd name="connsiteY9" fmla="*/ 0 h 358139"/>
                <a:gd name="connsiteX10" fmla="*/ 101917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7 w 165734"/>
                <a:gd name="connsiteY13" fmla="*/ 138113 h 358139"/>
                <a:gd name="connsiteX14" fmla="*/ 101917 w 165734"/>
                <a:gd name="connsiteY14" fmla="*/ 269558 h 358139"/>
                <a:gd name="connsiteX15" fmla="*/ 130492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 extrusionOk="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73" name="Freihandform: Form 172"/>
            <p:cNvSpPr/>
            <p:nvPr/>
          </p:nvSpPr>
          <p:spPr bwMode="auto">
            <a:xfrm>
              <a:off x="510639" y="494671"/>
              <a:ext cx="92638" cy="124051"/>
            </a:xfrm>
            <a:custGeom>
              <a:avLst/>
              <a:gdLst>
                <a:gd name="connsiteX0" fmla="*/ 275273 w 275272"/>
                <a:gd name="connsiteY0" fmla="*/ 60960 h 368617"/>
                <a:gd name="connsiteX1" fmla="*/ 170498 w 275272"/>
                <a:gd name="connsiteY1" fmla="*/ 60960 h 368617"/>
                <a:gd name="connsiteX2" fmla="*/ 170498 w 275272"/>
                <a:gd name="connsiteY2" fmla="*/ 368617 h 368617"/>
                <a:gd name="connsiteX3" fmla="*/ 104775 w 275272"/>
                <a:gd name="connsiteY3" fmla="*/ 368617 h 368617"/>
                <a:gd name="connsiteX4" fmla="*/ 104775 w 275272"/>
                <a:gd name="connsiteY4" fmla="*/ 60960 h 368617"/>
                <a:gd name="connsiteX5" fmla="*/ 0 w 275272"/>
                <a:gd name="connsiteY5" fmla="*/ 60960 h 368617"/>
                <a:gd name="connsiteX6" fmla="*/ 0 w 275272"/>
                <a:gd name="connsiteY6" fmla="*/ 0 h 368617"/>
                <a:gd name="connsiteX7" fmla="*/ 275273 w 275272"/>
                <a:gd name="connsiteY7" fmla="*/ 0 h 368617"/>
                <a:gd name="connsiteX8" fmla="*/ 275273 w 275272"/>
                <a:gd name="connsiteY8" fmla="*/ 60960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272" h="368617" extrusionOk="0">
                  <a:moveTo>
                    <a:pt x="275273" y="60960"/>
                  </a:moveTo>
                  <a:lnTo>
                    <a:pt x="170498" y="60960"/>
                  </a:lnTo>
                  <a:lnTo>
                    <a:pt x="170498" y="368617"/>
                  </a:lnTo>
                  <a:lnTo>
                    <a:pt x="104775" y="368617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75273" y="0"/>
                  </a:lnTo>
                  <a:lnTo>
                    <a:pt x="275273" y="6096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74" name="Freihandform: Form 173"/>
            <p:cNvSpPr/>
            <p:nvPr/>
          </p:nvSpPr>
          <p:spPr bwMode="auto">
            <a:xfrm>
              <a:off x="603919" y="526726"/>
              <a:ext cx="81739" cy="93920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7 w 242887"/>
                <a:gd name="connsiteY5" fmla="*/ 160972 h 279082"/>
                <a:gd name="connsiteX6" fmla="*/ 133350 w 242887"/>
                <a:gd name="connsiteY6" fmla="*/ 225742 h 279082"/>
                <a:gd name="connsiteX7" fmla="*/ 199073 w 242887"/>
                <a:gd name="connsiteY7" fmla="*/ 194310 h 279082"/>
                <a:gd name="connsiteX8" fmla="*/ 238125 w 242887"/>
                <a:gd name="connsiteY8" fmla="*/ 235267 h 279082"/>
                <a:gd name="connsiteX9" fmla="*/ 132398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 extrusionOk="0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3817" y="160972"/>
                  </a:lnTo>
                  <a:cubicBezTo>
                    <a:pt x="70485" y="201930"/>
                    <a:pt x="95250" y="225742"/>
                    <a:pt x="133350" y="225742"/>
                  </a:cubicBezTo>
                  <a:cubicBezTo>
                    <a:pt x="158115" y="225742"/>
                    <a:pt x="178117" y="216217"/>
                    <a:pt x="199073" y="194310"/>
                  </a:cubicBezTo>
                  <a:lnTo>
                    <a:pt x="238125" y="235267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75" name="Freihandform: Form 174"/>
            <p:cNvSpPr/>
            <p:nvPr/>
          </p:nvSpPr>
          <p:spPr bwMode="auto">
            <a:xfrm>
              <a:off x="703929" y="526405"/>
              <a:ext cx="75649" cy="94241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3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 extrusionOk="0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76" name="Freihandform: Form 175"/>
            <p:cNvSpPr/>
            <p:nvPr/>
          </p:nvSpPr>
          <p:spPr bwMode="auto">
            <a:xfrm>
              <a:off x="797850" y="487619"/>
              <a:ext cx="76931" cy="131103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 extrusionOk="0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77" name="Freihandform: Form 176"/>
            <p:cNvSpPr/>
            <p:nvPr/>
          </p:nvSpPr>
          <p:spPr bwMode="auto">
            <a:xfrm>
              <a:off x="901707" y="526726"/>
              <a:ext cx="76931" cy="9199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 extrusionOk="0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78" name="Freihandform: Form 177"/>
            <p:cNvSpPr/>
            <p:nvPr/>
          </p:nvSpPr>
          <p:spPr bwMode="auto">
            <a:xfrm>
              <a:off x="1002359" y="488901"/>
              <a:ext cx="26605" cy="129501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2 w 79057"/>
                <a:gd name="connsiteY1" fmla="*/ 76200 h 384809"/>
                <a:gd name="connsiteX2" fmla="*/ 0 w 79057"/>
                <a:gd name="connsiteY2" fmla="*/ 38100 h 384809"/>
                <a:gd name="connsiteX3" fmla="*/ 39052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2 w 79057"/>
                <a:gd name="connsiteY6" fmla="*/ 384810 h 384809"/>
                <a:gd name="connsiteX7" fmla="*/ 8572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 extrusionOk="0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79" name="Freihandform: Form 178"/>
            <p:cNvSpPr/>
            <p:nvPr/>
          </p:nvSpPr>
          <p:spPr bwMode="auto">
            <a:xfrm>
              <a:off x="1045312" y="526405"/>
              <a:ext cx="69238" cy="94241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2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 extrusionOk="0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2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80" name="Freihandform: Form 179"/>
            <p:cNvSpPr/>
            <p:nvPr/>
          </p:nvSpPr>
          <p:spPr bwMode="auto">
            <a:xfrm>
              <a:off x="1131540" y="526405"/>
              <a:ext cx="75649" cy="94241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 extrusionOk="0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5735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81" name="Freihandform: Form 180"/>
            <p:cNvSpPr/>
            <p:nvPr/>
          </p:nvSpPr>
          <p:spPr bwMode="auto">
            <a:xfrm>
              <a:off x="1225460" y="487619"/>
              <a:ext cx="76931" cy="131103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 extrusionOk="0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82" name="Freihandform: Form 181"/>
            <p:cNvSpPr/>
            <p:nvPr/>
          </p:nvSpPr>
          <p:spPr bwMode="auto">
            <a:xfrm>
              <a:off x="1324189" y="526726"/>
              <a:ext cx="81739" cy="93920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 extrusionOk="0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83" name="Freihandform: Form 182"/>
            <p:cNvSpPr/>
            <p:nvPr/>
          </p:nvSpPr>
          <p:spPr bwMode="auto">
            <a:xfrm>
              <a:off x="1482539" y="494671"/>
              <a:ext cx="77893" cy="124051"/>
            </a:xfrm>
            <a:custGeom>
              <a:avLst/>
              <a:gdLst>
                <a:gd name="connsiteX0" fmla="*/ 231457 w 231457"/>
                <a:gd name="connsiteY0" fmla="*/ 60007 h 368617"/>
                <a:gd name="connsiteX1" fmla="*/ 65722 w 231457"/>
                <a:gd name="connsiteY1" fmla="*/ 60007 h 368617"/>
                <a:gd name="connsiteX2" fmla="*/ 65722 w 231457"/>
                <a:gd name="connsiteY2" fmla="*/ 151447 h 368617"/>
                <a:gd name="connsiteX3" fmla="*/ 189547 w 231457"/>
                <a:gd name="connsiteY3" fmla="*/ 151447 h 368617"/>
                <a:gd name="connsiteX4" fmla="*/ 189547 w 231457"/>
                <a:gd name="connsiteY4" fmla="*/ 211455 h 368617"/>
                <a:gd name="connsiteX5" fmla="*/ 65722 w 231457"/>
                <a:gd name="connsiteY5" fmla="*/ 211455 h 368617"/>
                <a:gd name="connsiteX6" fmla="*/ 65722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7 w 231457"/>
                <a:gd name="connsiteY9" fmla="*/ 0 h 368617"/>
                <a:gd name="connsiteX10" fmla="*/ 231457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 extrusionOk="0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84" name="Freihandform: Form 183"/>
            <p:cNvSpPr/>
            <p:nvPr/>
          </p:nvSpPr>
          <p:spPr bwMode="auto">
            <a:xfrm>
              <a:off x="1564279" y="526726"/>
              <a:ext cx="76290" cy="93920"/>
            </a:xfrm>
            <a:custGeom>
              <a:avLst/>
              <a:gdLst>
                <a:gd name="connsiteX0" fmla="*/ 115253 w 226694"/>
                <a:gd name="connsiteY0" fmla="*/ 107633 h 279082"/>
                <a:gd name="connsiteX1" fmla="*/ 165735 w 226694"/>
                <a:gd name="connsiteY1" fmla="*/ 113347 h 279082"/>
                <a:gd name="connsiteX2" fmla="*/ 165735 w 226694"/>
                <a:gd name="connsiteY2" fmla="*/ 103822 h 279082"/>
                <a:gd name="connsiteX3" fmla="*/ 106680 w 226694"/>
                <a:gd name="connsiteY3" fmla="*/ 52388 h 279082"/>
                <a:gd name="connsiteX4" fmla="*/ 39053 w 226694"/>
                <a:gd name="connsiteY4" fmla="*/ 67627 h 279082"/>
                <a:gd name="connsiteX5" fmla="*/ 25717 w 226694"/>
                <a:gd name="connsiteY5" fmla="*/ 15240 h 279082"/>
                <a:gd name="connsiteX6" fmla="*/ 113347 w 226694"/>
                <a:gd name="connsiteY6" fmla="*/ 0 h 279082"/>
                <a:gd name="connsiteX7" fmla="*/ 226695 w 226694"/>
                <a:gd name="connsiteY7" fmla="*/ 102870 h 279082"/>
                <a:gd name="connsiteX8" fmla="*/ 226695 w 226694"/>
                <a:gd name="connsiteY8" fmla="*/ 273367 h 279082"/>
                <a:gd name="connsiteX9" fmla="*/ 167640 w 226694"/>
                <a:gd name="connsiteY9" fmla="*/ 273367 h 279082"/>
                <a:gd name="connsiteX10" fmla="*/ 167640 w 226694"/>
                <a:gd name="connsiteY10" fmla="*/ 244792 h 279082"/>
                <a:gd name="connsiteX11" fmla="*/ 165735 w 226694"/>
                <a:gd name="connsiteY11" fmla="*/ 244792 h 279082"/>
                <a:gd name="connsiteX12" fmla="*/ 87630 w 226694"/>
                <a:gd name="connsiteY12" fmla="*/ 279083 h 279082"/>
                <a:gd name="connsiteX13" fmla="*/ 0 w 226694"/>
                <a:gd name="connsiteY13" fmla="*/ 194310 h 279082"/>
                <a:gd name="connsiteX14" fmla="*/ 115253 w 226694"/>
                <a:gd name="connsiteY14" fmla="*/ 107633 h 279082"/>
                <a:gd name="connsiteX15" fmla="*/ 104775 w 226694"/>
                <a:gd name="connsiteY15" fmla="*/ 232410 h 279082"/>
                <a:gd name="connsiteX16" fmla="*/ 165735 w 226694"/>
                <a:gd name="connsiteY16" fmla="*/ 200025 h 279082"/>
                <a:gd name="connsiteX17" fmla="*/ 165735 w 226694"/>
                <a:gd name="connsiteY17" fmla="*/ 153352 h 279082"/>
                <a:gd name="connsiteX18" fmla="*/ 121920 w 226694"/>
                <a:gd name="connsiteY18" fmla="*/ 148590 h 279082"/>
                <a:gd name="connsiteX19" fmla="*/ 60007 w 226694"/>
                <a:gd name="connsiteY19" fmla="*/ 192405 h 279082"/>
                <a:gd name="connsiteX20" fmla="*/ 104775 w 226694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6694" h="279082" extrusionOk="0">
                  <a:moveTo>
                    <a:pt x="115253" y="107633"/>
                  </a:moveTo>
                  <a:cubicBezTo>
                    <a:pt x="132397" y="107633"/>
                    <a:pt x="148590" y="108585"/>
                    <a:pt x="165735" y="113347"/>
                  </a:cubicBezTo>
                  <a:lnTo>
                    <a:pt x="165735" y="103822"/>
                  </a:lnTo>
                  <a:cubicBezTo>
                    <a:pt x="165735" y="69532"/>
                    <a:pt x="145732" y="52388"/>
                    <a:pt x="106680" y="52388"/>
                  </a:cubicBezTo>
                  <a:cubicBezTo>
                    <a:pt x="84772" y="52388"/>
                    <a:pt x="60960" y="57150"/>
                    <a:pt x="39053" y="67627"/>
                  </a:cubicBezTo>
                  <a:lnTo>
                    <a:pt x="25717" y="15240"/>
                  </a:lnTo>
                  <a:cubicBezTo>
                    <a:pt x="50482" y="5715"/>
                    <a:pt x="82867" y="0"/>
                    <a:pt x="113347" y="0"/>
                  </a:cubicBezTo>
                  <a:cubicBezTo>
                    <a:pt x="188595" y="0"/>
                    <a:pt x="226695" y="35242"/>
                    <a:pt x="226695" y="102870"/>
                  </a:cubicBezTo>
                  <a:lnTo>
                    <a:pt x="226695" y="273367"/>
                  </a:lnTo>
                  <a:lnTo>
                    <a:pt x="167640" y="273367"/>
                  </a:lnTo>
                  <a:lnTo>
                    <a:pt x="167640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5253" y="107633"/>
                  </a:cubicBezTo>
                  <a:close/>
                  <a:moveTo>
                    <a:pt x="104775" y="232410"/>
                  </a:moveTo>
                  <a:cubicBezTo>
                    <a:pt x="127635" y="232410"/>
                    <a:pt x="148590" y="220980"/>
                    <a:pt x="165735" y="200025"/>
                  </a:cubicBezTo>
                  <a:lnTo>
                    <a:pt x="165735" y="153352"/>
                  </a:lnTo>
                  <a:cubicBezTo>
                    <a:pt x="151447" y="149542"/>
                    <a:pt x="136207" y="148590"/>
                    <a:pt x="121920" y="148590"/>
                  </a:cubicBezTo>
                  <a:cubicBezTo>
                    <a:pt x="82867" y="148590"/>
                    <a:pt x="60007" y="163830"/>
                    <a:pt x="60007" y="192405"/>
                  </a:cubicBezTo>
                  <a:cubicBezTo>
                    <a:pt x="60007" y="217170"/>
                    <a:pt x="77153" y="232410"/>
                    <a:pt x="104775" y="232410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85" name="Freihandform: Form 184"/>
            <p:cNvSpPr/>
            <p:nvPr/>
          </p:nvSpPr>
          <p:spPr bwMode="auto">
            <a:xfrm>
              <a:off x="1667175" y="487619"/>
              <a:ext cx="78854" cy="131103"/>
            </a:xfrm>
            <a:custGeom>
              <a:avLst/>
              <a:gdLst>
                <a:gd name="connsiteX0" fmla="*/ 0 w 234314"/>
                <a:gd name="connsiteY0" fmla="*/ 15240 h 389572"/>
                <a:gd name="connsiteX1" fmla="*/ 61913 w 234314"/>
                <a:gd name="connsiteY1" fmla="*/ 0 h 389572"/>
                <a:gd name="connsiteX2" fmla="*/ 61913 w 234314"/>
                <a:gd name="connsiteY2" fmla="*/ 234315 h 389572"/>
                <a:gd name="connsiteX3" fmla="*/ 62865 w 234314"/>
                <a:gd name="connsiteY3" fmla="*/ 234315 h 389572"/>
                <a:gd name="connsiteX4" fmla="*/ 150495 w 234314"/>
                <a:gd name="connsiteY4" fmla="*/ 122873 h 389572"/>
                <a:gd name="connsiteX5" fmla="*/ 224790 w 234314"/>
                <a:gd name="connsiteY5" fmla="*/ 122873 h 389572"/>
                <a:gd name="connsiteX6" fmla="*/ 137160 w 234314"/>
                <a:gd name="connsiteY6" fmla="*/ 227648 h 389572"/>
                <a:gd name="connsiteX7" fmla="*/ 234315 w 234314"/>
                <a:gd name="connsiteY7" fmla="*/ 389573 h 389572"/>
                <a:gd name="connsiteX8" fmla="*/ 160020 w 234314"/>
                <a:gd name="connsiteY8" fmla="*/ 389573 h 389572"/>
                <a:gd name="connsiteX9" fmla="*/ 93345 w 234314"/>
                <a:gd name="connsiteY9" fmla="*/ 274320 h 389572"/>
                <a:gd name="connsiteX10" fmla="*/ 62865 w 234314"/>
                <a:gd name="connsiteY10" fmla="*/ 308610 h 389572"/>
                <a:gd name="connsiteX11" fmla="*/ 62865 w 234314"/>
                <a:gd name="connsiteY11" fmla="*/ 389573 h 389572"/>
                <a:gd name="connsiteX12" fmla="*/ 952 w 234314"/>
                <a:gd name="connsiteY12" fmla="*/ 389573 h 389572"/>
                <a:gd name="connsiteX13" fmla="*/ 952 w 234314"/>
                <a:gd name="connsiteY13" fmla="*/ 1524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14" h="389572" extrusionOk="0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86" name="Freihandform: Form 185"/>
            <p:cNvSpPr/>
            <p:nvPr/>
          </p:nvSpPr>
          <p:spPr bwMode="auto">
            <a:xfrm>
              <a:off x="1761416" y="528970"/>
              <a:ext cx="77252" cy="9199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7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 extrusionOk="0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87" name="Freihandform: Form 186"/>
            <p:cNvSpPr/>
            <p:nvPr/>
          </p:nvSpPr>
          <p:spPr bwMode="auto">
            <a:xfrm>
              <a:off x="1865594" y="487299"/>
              <a:ext cx="20835" cy="131103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 extrusionOk="0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88" name="Freihandform: Form 187"/>
            <p:cNvSpPr/>
            <p:nvPr/>
          </p:nvSpPr>
          <p:spPr bwMode="auto">
            <a:xfrm>
              <a:off x="1905021" y="500119"/>
              <a:ext cx="55775" cy="120526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8 w 165734"/>
                <a:gd name="connsiteY3" fmla="*/ 282892 h 358140"/>
                <a:gd name="connsiteX4" fmla="*/ 40958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8 w 165734"/>
                <a:gd name="connsiteY13" fmla="*/ 138113 h 358140"/>
                <a:gd name="connsiteX14" fmla="*/ 101918 w 165734"/>
                <a:gd name="connsiteY14" fmla="*/ 269558 h 358140"/>
                <a:gd name="connsiteX15" fmla="*/ 130493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 extrusionOk="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2" y="303847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89" name="Freihandform: Form 188"/>
            <p:cNvSpPr/>
            <p:nvPr/>
          </p:nvSpPr>
          <p:spPr bwMode="auto">
            <a:xfrm>
              <a:off x="1977144" y="490504"/>
              <a:ext cx="75970" cy="130142"/>
            </a:xfrm>
            <a:custGeom>
              <a:avLst/>
              <a:gdLst>
                <a:gd name="connsiteX0" fmla="*/ 114300 w 225742"/>
                <a:gd name="connsiteY0" fmla="*/ 215265 h 386715"/>
                <a:gd name="connsiteX1" fmla="*/ 164783 w 225742"/>
                <a:gd name="connsiteY1" fmla="*/ 220980 h 386715"/>
                <a:gd name="connsiteX2" fmla="*/ 164783 w 225742"/>
                <a:gd name="connsiteY2" fmla="*/ 211455 h 386715"/>
                <a:gd name="connsiteX3" fmla="*/ 105728 w 225742"/>
                <a:gd name="connsiteY3" fmla="*/ 160020 h 386715"/>
                <a:gd name="connsiteX4" fmla="*/ 38100 w 225742"/>
                <a:gd name="connsiteY4" fmla="*/ 175260 h 386715"/>
                <a:gd name="connsiteX5" fmla="*/ 24765 w 225742"/>
                <a:gd name="connsiteY5" fmla="*/ 122873 h 386715"/>
                <a:gd name="connsiteX6" fmla="*/ 112395 w 225742"/>
                <a:gd name="connsiteY6" fmla="*/ 107633 h 386715"/>
                <a:gd name="connsiteX7" fmla="*/ 225742 w 225742"/>
                <a:gd name="connsiteY7" fmla="*/ 210503 h 386715"/>
                <a:gd name="connsiteX8" fmla="*/ 225742 w 225742"/>
                <a:gd name="connsiteY8" fmla="*/ 381000 h 386715"/>
                <a:gd name="connsiteX9" fmla="*/ 166688 w 225742"/>
                <a:gd name="connsiteY9" fmla="*/ 381000 h 386715"/>
                <a:gd name="connsiteX10" fmla="*/ 166688 w 225742"/>
                <a:gd name="connsiteY10" fmla="*/ 352425 h 386715"/>
                <a:gd name="connsiteX11" fmla="*/ 165735 w 225742"/>
                <a:gd name="connsiteY11" fmla="*/ 352425 h 386715"/>
                <a:gd name="connsiteX12" fmla="*/ 87630 w 225742"/>
                <a:gd name="connsiteY12" fmla="*/ 386715 h 386715"/>
                <a:gd name="connsiteX13" fmla="*/ 0 w 225742"/>
                <a:gd name="connsiteY13" fmla="*/ 301942 h 386715"/>
                <a:gd name="connsiteX14" fmla="*/ 114300 w 225742"/>
                <a:gd name="connsiteY14" fmla="*/ 215265 h 386715"/>
                <a:gd name="connsiteX15" fmla="*/ 63817 w 225742"/>
                <a:gd name="connsiteY15" fmla="*/ 72390 h 386715"/>
                <a:gd name="connsiteX16" fmla="*/ 26670 w 225742"/>
                <a:gd name="connsiteY16" fmla="*/ 36195 h 386715"/>
                <a:gd name="connsiteX17" fmla="*/ 63817 w 225742"/>
                <a:gd name="connsiteY17" fmla="*/ 0 h 386715"/>
                <a:gd name="connsiteX18" fmla="*/ 100965 w 225742"/>
                <a:gd name="connsiteY18" fmla="*/ 36195 h 386715"/>
                <a:gd name="connsiteX19" fmla="*/ 63817 w 225742"/>
                <a:gd name="connsiteY19" fmla="*/ 72390 h 386715"/>
                <a:gd name="connsiteX20" fmla="*/ 103822 w 225742"/>
                <a:gd name="connsiteY20" fmla="*/ 340042 h 386715"/>
                <a:gd name="connsiteX21" fmla="*/ 164783 w 225742"/>
                <a:gd name="connsiteY21" fmla="*/ 307658 h 386715"/>
                <a:gd name="connsiteX22" fmla="*/ 164783 w 225742"/>
                <a:gd name="connsiteY22" fmla="*/ 260985 h 386715"/>
                <a:gd name="connsiteX23" fmla="*/ 120967 w 225742"/>
                <a:gd name="connsiteY23" fmla="*/ 256222 h 386715"/>
                <a:gd name="connsiteX24" fmla="*/ 59055 w 225742"/>
                <a:gd name="connsiteY24" fmla="*/ 300038 h 386715"/>
                <a:gd name="connsiteX25" fmla="*/ 103822 w 225742"/>
                <a:gd name="connsiteY25" fmla="*/ 340042 h 386715"/>
                <a:gd name="connsiteX26" fmla="*/ 172403 w 225742"/>
                <a:gd name="connsiteY26" fmla="*/ 72390 h 386715"/>
                <a:gd name="connsiteX27" fmla="*/ 135255 w 225742"/>
                <a:gd name="connsiteY27" fmla="*/ 36195 h 386715"/>
                <a:gd name="connsiteX28" fmla="*/ 172403 w 225742"/>
                <a:gd name="connsiteY28" fmla="*/ 0 h 386715"/>
                <a:gd name="connsiteX29" fmla="*/ 209550 w 225742"/>
                <a:gd name="connsiteY29" fmla="*/ 36195 h 386715"/>
                <a:gd name="connsiteX30" fmla="*/ 172403 w 225742"/>
                <a:gd name="connsiteY30" fmla="*/ 72390 h 38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5" extrusionOk="0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90" name="Freihandform: Form 189"/>
            <p:cNvSpPr/>
            <p:nvPr/>
          </p:nvSpPr>
          <p:spPr bwMode="auto">
            <a:xfrm>
              <a:off x="2069462" y="500119"/>
              <a:ext cx="55775" cy="120526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2870 w 165734"/>
                <a:gd name="connsiteY13" fmla="*/ 138113 h 358140"/>
                <a:gd name="connsiteX14" fmla="*/ 102870 w 165734"/>
                <a:gd name="connsiteY14" fmla="*/ 269558 h 358140"/>
                <a:gd name="connsiteX15" fmla="*/ 131445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 extrusionOk="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2870" y="138113"/>
                  </a:lnTo>
                  <a:lnTo>
                    <a:pt x="102870" y="269558"/>
                  </a:lnTo>
                  <a:cubicBezTo>
                    <a:pt x="102870" y="294322"/>
                    <a:pt x="111443" y="304800"/>
                    <a:pt x="131445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</p:grpSp>
      <p:sp>
        <p:nvSpPr>
          <p:cNvPr id="2117098301" name="Freihandform: Form 87"/>
          <p:cNvSpPr/>
          <p:nvPr userDrawn="1"/>
        </p:nvSpPr>
        <p:spPr bwMode="auto">
          <a:xfrm>
            <a:off x="10272966" y="300704"/>
            <a:ext cx="1403903" cy="535987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 extrusionOk="0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rgbClr val="041E42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de-DE"/>
          </a:p>
        </p:txBody>
      </p:sp>
      <p:pic>
        <p:nvPicPr>
          <p:cNvPr id="1419327396" name="Grafik 114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8581493" y="300704"/>
            <a:ext cx="1543659" cy="541185"/>
          </a:xfrm>
          <a:prstGeom prst="rect">
            <a:avLst/>
          </a:prstGeom>
        </p:spPr>
      </p:pic>
      <p:sp>
        <p:nvSpPr>
          <p:cNvPr id="671143053" name="Bildplatzhalter 5"/>
          <p:cNvSpPr>
            <a:spLocks noGrp="1"/>
          </p:cNvSpPr>
          <p:nvPr>
            <p:ph type="pic" sz="quarter" idx="14"/>
          </p:nvPr>
        </p:nvSpPr>
        <p:spPr bwMode="auto">
          <a:xfrm>
            <a:off x="6524462" y="300704"/>
            <a:ext cx="1731896" cy="535987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6197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theme" Target="../theme/theme1.xml"/><Relationship Id="rId3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3999BA3-562C-4E45-8F3B-A023F450B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1581D5-332D-4C8E-AF45-43F518A6E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319" y="1631156"/>
            <a:ext cx="11157744" cy="4569619"/>
          </a:xfrm>
          <a:prstGeom prst="rect">
            <a:avLst/>
          </a:prstGeom>
        </p:spPr>
        <p:txBody>
          <a:bodyPr vert="horz" lIns="0" tIns="0" rIns="360000" bIns="0" rtlCol="0" anchor="t" anchorCtr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D440FC-859D-4521-8908-A802F3E535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17351" y="6634666"/>
            <a:ext cx="849593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E4F9C00A-8AFB-47C9-A7D9-7909CE906E5E}" type="datetime4">
              <a:rPr lang="de-DE" smtClean="0"/>
              <a:t>14. Oktober 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8C6C66-9703-4B53-BAF2-1F89587F3C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8319" y="6634666"/>
            <a:ext cx="5469732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Technische Fakultät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2FAB54-E254-4FCB-BB98-1E4D5A6D0B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2099" y="6634666"/>
            <a:ext cx="193964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39EA0DE-CCA1-4795-BE19-74C50E90E6A6}"/>
              </a:ext>
            </a:extLst>
          </p:cNvPr>
          <p:cNvSpPr/>
          <p:nvPr userDrawn="1"/>
        </p:nvSpPr>
        <p:spPr>
          <a:xfrm>
            <a:off x="518400" y="1015758"/>
            <a:ext cx="11676062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10272FF-60F7-4AF4-9CD6-0A04080EA9B4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594ED806-CB19-40CC-A79A-590CC1E2001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4AAF1C65-9B2D-4CC2-AC17-D265DC4D733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1A82F2D7-59C8-4661-B851-DC008AA6297D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211FD6C4-2ACB-4F36-A3BA-68BAE793E096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779170BC-C4E0-4FC8-93EA-CB17C932729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6CF57888-5707-459D-94AC-235CE0EBEDD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503014F4-59EC-4961-A29D-259A33C423B3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BD8E14DC-3898-4BA1-91EA-46ADC917A58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61BB5C6B-8FE1-44A4-AE66-C1DB01AE301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B9991022-C87B-4402-BF68-CD3ED59D5D85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439873FE-8996-424A-94FE-EEEEC0A7B6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A04C5416-0A35-4C8C-8975-2F5057F69C4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F9A881D-D6E0-4814-9AA3-AAF6697A62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7ECA5DFD-01F8-49BC-9DE9-EE577F9B403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348451A-09A8-4D76-AA86-13CB9E64077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324DF2EB-9047-4DDA-A12A-4BAC4962F78F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690A038D-AD14-4251-A0A9-22A5F6713B0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9E3D1027-C73A-4F88-AB8D-55680AB053E7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B6244944-3F97-4474-9D4A-3D31BFBC3DF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97182CE3-E874-4552-B5B3-4076C990890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DFE6B92B-AC01-4482-A6E7-400EF0E7F9ED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5EC5B3E5-86C1-4027-A74F-789345DFA68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7B62256D-25C9-4899-8A3A-7970EB4706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29A2699B-FFE8-4320-BD7A-68D214D9A58B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1A9EBBA-C118-4592-8B41-99FA797C19C4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45C123C4-4121-4372-95DF-DC232FC6A3E1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10C304B0-38F3-48B3-A23F-BE3EEAF774D6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EA609601-D94C-4D05-A7EF-EBA9D6ACA000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E2CEB042-C849-4BE4-A0F0-03828777E713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2" name="Gerader Verbinder 41">
              <a:extLst>
                <a:ext uri="{FF2B5EF4-FFF2-40B4-BE49-F238E27FC236}">
                  <a16:creationId xmlns:a16="http://schemas.microsoft.com/office/drawing/2014/main" id="{A58E387D-7C2C-4001-94B6-8372A7A1305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29EC0E69-66B7-4E97-B0AC-9CFA0DDEC604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sp>
        <p:nvSpPr>
          <p:cNvPr id="44" name="Freihandform: Form 43">
            <a:extLst>
              <a:ext uri="{FF2B5EF4-FFF2-40B4-BE49-F238E27FC236}">
                <a16:creationId xmlns:a16="http://schemas.microsoft.com/office/drawing/2014/main" id="{14D59EEC-E0BA-43F5-BBC0-E623BF3D0A64}"/>
              </a:ext>
            </a:extLst>
          </p:cNvPr>
          <p:cNvSpPr>
            <a:spLocks noChangeAspect="1"/>
          </p:cNvSpPr>
          <p:nvPr userDrawn="1"/>
        </p:nvSpPr>
        <p:spPr>
          <a:xfrm>
            <a:off x="10499081" y="282391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316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45" name="Picture 44" descr="A picture containing text&#10;&#10;Description automatically generated">
            <a:extLst>
              <a:ext uri="{FF2B5EF4-FFF2-40B4-BE49-F238E27FC236}">
                <a16:creationId xmlns:a16="http://schemas.microsoft.com/office/drawing/2014/main" id="{9961B9DE-D1D5-4F9B-9C10-4AA455D09917}"/>
              </a:ext>
            </a:extLst>
          </p:cNvPr>
          <p:cNvPicPr>
            <a:picLocks noChangeAspect="1"/>
          </p:cNvPicPr>
          <p:nvPr userDrawn="1"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2584" y="295125"/>
            <a:ext cx="1162286" cy="40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824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  <p:sldLayoutId id="2147483774" r:id="rId18"/>
    <p:sldLayoutId id="2147483775" r:id="rId19"/>
    <p:sldLayoutId id="2147483776" r:id="rId20"/>
    <p:sldLayoutId id="2147483777" r:id="rId21"/>
    <p:sldLayoutId id="2147483779" r:id="rId22"/>
    <p:sldLayoutId id="2147483816" r:id="rId23"/>
    <p:sldLayoutId id="2147483817" r:id="rId24"/>
    <p:sldLayoutId id="2147483818" r:id="rId25"/>
    <p:sldLayoutId id="2147483820" r:id="rId26"/>
    <p:sldLayoutId id="2147483821" r:id="rId27"/>
    <p:sldLayoutId id="2147483822" r:id="rId28"/>
    <p:sldLayoutId id="2147483827" r:id="rId29"/>
    <p:sldLayoutId id="2147483828" r:id="rId3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25">
          <p15:clr>
            <a:srgbClr val="F26B43"/>
          </p15:clr>
        </p15:guide>
        <p15:guide id="4" pos="7355">
          <p15:clr>
            <a:srgbClr val="F26B43"/>
          </p15:clr>
        </p15:guide>
        <p15:guide id="5" orient="horz" pos="187">
          <p15:clr>
            <a:srgbClr val="F26B43"/>
          </p15:clr>
        </p15:guide>
        <p15:guide id="6" orient="horz" pos="799">
          <p15:clr>
            <a:srgbClr val="F26B43"/>
          </p15:clr>
        </p15:guide>
        <p15:guide id="7" orient="horz" pos="1026">
          <p15:clr>
            <a:srgbClr val="F26B43"/>
          </p15:clr>
        </p15:guide>
        <p15:guide id="8" orient="horz" pos="3906">
          <p15:clr>
            <a:srgbClr val="F26B43"/>
          </p15:clr>
        </p15:guide>
        <p15:guide id="9" orient="horz" pos="4178">
          <p15:clr>
            <a:srgbClr val="F26B43"/>
          </p15:clr>
        </p15:guide>
        <p15:guide id="10" pos="3908">
          <p15:clr>
            <a:srgbClr val="F26B43"/>
          </p15:clr>
        </p15:guide>
        <p15:guide id="11" pos="3772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10.png"/><Relationship Id="rId3" Type="http://schemas.openxmlformats.org/officeDocument/2006/relationships/image" Target="../media/image4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jpg"/><Relationship Id="rId4" Type="http://schemas.openxmlformats.org/officeDocument/2006/relationships/image" Target="../media/image16.jpg"/><Relationship Id="rId5" Type="http://schemas.openxmlformats.org/officeDocument/2006/relationships/image" Target="../media/image17.jpg"/><Relationship Id="rId6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Relationship Id="rId3" Type="http://schemas.openxmlformats.org/officeDocument/2006/relationships/image" Target="../media/image25.gif"/><Relationship Id="rId4" Type="http://schemas.openxmlformats.org/officeDocument/2006/relationships/image" Target="../media/image26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34.png"/><Relationship Id="rId3" Type="http://schemas.openxmlformats.org/officeDocument/2006/relationships/image" Target="../media/image4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4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36.png"/><Relationship Id="rId3" Type="http://schemas.openxmlformats.org/officeDocument/2006/relationships/image" Target="../media/image4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37.png"/><Relationship Id="rId3" Type="http://schemas.openxmlformats.org/officeDocument/2006/relationships/image" Target="../media/image5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5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41.png"/><Relationship Id="rId3" Type="http://schemas.openxmlformats.org/officeDocument/2006/relationships/image" Target="../media/image5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42.jpe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43.png"/><Relationship Id="rId3" Type="http://schemas.openxmlformats.org/officeDocument/2006/relationships/image" Target="../media/image5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image" Target="../media/image4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Bildplatzhalter 13" descr="Ein Bild, das Text, Geschirr enthält.&#10;&#10;Automatisch generierte Beschreibung">
            <a:extLst>
              <a:ext uri="{FF2B5EF4-FFF2-40B4-BE49-F238E27FC236}">
                <a16:creationId xmlns:a16="http://schemas.microsoft.com/office/drawing/2014/main" id="{02E97C76-A4DB-4E4D-BDE5-C46A0BB87CF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75" b="11875"/>
          <a:stretch>
            <a:fillRect/>
          </a:stretch>
        </p:blipFill>
        <p:spPr/>
      </p:pic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BB19DF95-D0DC-403C-8DA6-0ED3DF8165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0" y="1628775"/>
            <a:ext cx="12192000" cy="5229225"/>
          </a:xfrm>
        </p:spPr>
        <p:txBody>
          <a:bodyPr/>
          <a:lstStyle/>
          <a:p>
            <a:endParaRPr lang="de-DE" altLang="ja-JP" sz="280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4F67DDAB-A029-4F51-840C-C39A868CC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159" y="2440784"/>
            <a:ext cx="8081315" cy="437236"/>
          </a:xfrm>
        </p:spPr>
        <p:txBody>
          <a:bodyPr/>
          <a:lstStyle/>
          <a:p>
            <a:r>
              <a:rPr lang="de-DE" sz="2800" dirty="0"/>
              <a:t>Pattern Recognition Lab – A </a:t>
            </a:r>
            <a:r>
              <a:rPr lang="de-DE" sz="2800" dirty="0" err="1"/>
              <a:t>short</a:t>
            </a:r>
            <a:r>
              <a:rPr lang="de-DE" sz="2800" dirty="0"/>
              <a:t> </a:t>
            </a:r>
            <a:r>
              <a:rPr lang="de-DE" sz="2800" dirty="0" err="1"/>
              <a:t>introduction</a:t>
            </a:r>
            <a:endParaRPr lang="de-DE" sz="2800" dirty="0"/>
          </a:p>
        </p:txBody>
      </p:sp>
      <p:sp>
        <p:nvSpPr>
          <p:cNvPr id="2" name="Andreas Maier…">
            <a:extLst>
              <a:ext uri="{FF2B5EF4-FFF2-40B4-BE49-F238E27FC236}">
                <a16:creationId xmlns:a16="http://schemas.microsoft.com/office/drawing/2014/main" id="{832BC76B-0A3D-6291-83C0-4DA27EC9D11C}"/>
              </a:ext>
            </a:extLst>
          </p:cNvPr>
          <p:cNvSpPr txBox="1">
            <a:spLocks/>
          </p:cNvSpPr>
          <p:nvPr/>
        </p:nvSpPr>
        <p:spPr bwMode="auto">
          <a:xfrm>
            <a:off x="492454" y="5229225"/>
            <a:ext cx="4453090" cy="6953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defRPr sz="1800"/>
            </a:pPr>
            <a:r>
              <a:rPr lang="de-DE" sz="1200"/>
              <a:t>Prof. Dr.-Ing. habil. Andreas Maier, Pattern Recognition Lab</a:t>
            </a:r>
          </a:p>
          <a:p>
            <a:pPr>
              <a:lnSpc>
                <a:spcPct val="100000"/>
              </a:lnSpc>
              <a:defRPr sz="1800"/>
            </a:pPr>
            <a:r>
              <a:rPr lang="de-DE" sz="1200"/>
              <a:t>Friedrich-Alexander-Universität Erlangen-Nürnberg, Germany</a:t>
            </a:r>
          </a:p>
        </p:txBody>
      </p:sp>
      <p:sp>
        <p:nvSpPr>
          <p:cNvPr id="15" name="Chinese subheading"/>
          <p:cNvSpPr txBox="1"/>
          <p:nvPr/>
        </p:nvSpPr>
        <p:spPr>
          <a:xfrm>
            <a:off x="584200" y="2921000"/>
            <a:ext cx="7620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00" b="0" lang="zh-CN">
                <a:solidFill>
                  <a:srgbClr val="FFFFFF"/>
                </a:solidFill>
                <a:latin typeface="Microsoft YaHei"/>
                <a:ea typeface="Microsoft YaHei"/>
              </a:rPr>
              <a:t>模式识别实验室简介</a:t>
            </a:r>
          </a:p>
        </p:txBody>
      </p:sp>
    </p:spTree>
    <p:extLst>
      <p:ext uri="{BB962C8B-B14F-4D97-AF65-F5344CB8AC3E}">
        <p14:creationId xmlns:p14="http://schemas.microsoft.com/office/powerpoint/2010/main" val="2553545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869D090-BAFC-F5F1-7A96-936B1A0C836F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202811" name="Textplatzhalter 1">
            <a:extLst>
              <a:ext uri="{FF2B5EF4-FFF2-40B4-BE49-F238E27FC236}">
                <a16:creationId xmlns:a16="http://schemas.microsoft.com/office/drawing/2014/main" id="{4679C9A6-6EDD-9549-9703-5E4BD2BBD4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928413218" name="Bildplatzhalter 8" descr="Ein Bild, das Text, Geschirr enthält.&#10;&#10;Automatisch generierte Beschreibung">
            <a:extLst>
              <a:ext uri="{FF2B5EF4-FFF2-40B4-BE49-F238E27FC236}">
                <a16:creationId xmlns:a16="http://schemas.microsoft.com/office/drawing/2014/main" id="{590B2963-0F17-4826-817E-B885E9A365D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tretch/>
        </p:blipFill>
        <p:spPr bwMode="auto">
          <a:xfrm>
            <a:off x="0" y="1294726"/>
            <a:ext cx="12192000" cy="5563275"/>
          </a:xfrm>
        </p:spPr>
      </p:pic>
      <p:sp>
        <p:nvSpPr>
          <p:cNvPr id="1635743938" name="Textplatzhalter 11">
            <a:extLst>
              <a:ext uri="{FF2B5EF4-FFF2-40B4-BE49-F238E27FC236}">
                <a16:creationId xmlns:a16="http://schemas.microsoft.com/office/drawing/2014/main" id="{5A851686-8FC6-FD09-54ED-9DD262B1BB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auto">
          <a:xfrm>
            <a:off x="518317" y="3054250"/>
            <a:ext cx="11157745" cy="749501"/>
          </a:xfrm>
        </p:spPr>
        <p:txBody>
          <a:bodyPr/>
          <a:lstStyle/>
          <a:p>
            <a:pPr>
              <a:defRPr/>
            </a:pPr>
            <a:r>
              <a:rPr lang="de-DE" dirty="0"/>
              <a:t>Profile Center FAU MT</a:t>
            </a:r>
            <a:endParaRPr dirty="0"/>
          </a:p>
        </p:txBody>
      </p:sp>
      <p:sp>
        <p:nvSpPr>
          <p:cNvPr id="1490576992" name="Picture Placeholder 3">
            <a:extLst>
              <a:ext uri="{FF2B5EF4-FFF2-40B4-BE49-F238E27FC236}">
                <a16:creationId xmlns:a16="http://schemas.microsoft.com/office/drawing/2014/main" id="{2AFE6702-6FFE-1D1A-91BF-A6B6BAFB917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635743939" name="Chinese subheading"/>
          <p:cNvSpPr txBox="1"/>
          <p:nvPr/>
        </p:nvSpPr>
        <p:spPr>
          <a:xfrm>
            <a:off x="520700" y="3835400"/>
            <a:ext cx="8890000" cy="431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600" b="0" lang="zh-CN">
                <a:solidFill>
                  <a:srgbClr val="FFFFFF"/>
                </a:solidFill>
                <a:latin typeface="Microsoft YaHei"/>
                <a:ea typeface="Microsoft YaHei"/>
              </a:rPr>
              <a:t>FAU医学工程重点研究中心</a:t>
            </a:r>
          </a:p>
        </p:txBody>
      </p:sp>
    </p:spTree>
    <p:extLst>
      <p:ext uri="{BB962C8B-B14F-4D97-AF65-F5344CB8AC3E}">
        <p14:creationId xmlns:p14="http://schemas.microsoft.com/office/powerpoint/2010/main" val="3024593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C9C95-DF67-6D79-46C8-93869AA4C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29C2250-ACE5-8B87-8403-07777DFF5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October 2026</a:t>
            </a:r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5193068-411F-23E7-709B-9387465B5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Faculty of Engineering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4CC7C7B-470B-1F18-9CB2-BC02E0BAE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4</a:t>
            </a:fld>
            <a:endParaRPr lang="de-DE"/>
          </a:p>
        </p:txBody>
      </p:sp>
      <p:sp>
        <p:nvSpPr>
          <p:cNvPr id="34" name="Textplatzhalter 33">
            <a:extLst>
              <a:ext uri="{FF2B5EF4-FFF2-40B4-BE49-F238E27FC236}">
                <a16:creationId xmlns:a16="http://schemas.microsoft.com/office/drawing/2014/main" id="{1168100A-F88B-DC63-2FB6-57B5E4299A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3" name="Titel 32">
            <a:extLst>
              <a:ext uri="{FF2B5EF4-FFF2-40B4-BE49-F238E27FC236}">
                <a16:creationId xmlns:a16="http://schemas.microsoft.com/office/drawing/2014/main" id="{B530E206-67E3-3CF0-E4EC-0FE28C65B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5" name="Textplatzhalter 34">
            <a:extLst>
              <a:ext uri="{FF2B5EF4-FFF2-40B4-BE49-F238E27FC236}">
                <a16:creationId xmlns:a16="http://schemas.microsoft.com/office/drawing/2014/main" id="{6FF137E5-A841-0E7F-361E-DD0F61829BC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AA3D2D9-6942-89C6-AAC8-B667A58590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88259" cy="6466114"/>
          </a:xfrm>
          <a:prstGeom prst="rect">
            <a:avLst/>
          </a:prstGeom>
        </p:spPr>
      </p:pic>
      <p:sp>
        <p:nvSpPr>
          <p:cNvPr id="36" name="Chinese subheading"/>
          <p:cNvSpPr txBox="1"/>
          <p:nvPr/>
        </p:nvSpPr>
        <p:spPr>
          <a:xfrm>
            <a:off x="2540000" y="660400"/>
            <a:ext cx="53340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0" lang="zh-CN">
                <a:solidFill>
                  <a:schemeClr val="accent3"/>
                </a:solidFill>
                <a:latin typeface="Microsoft YaHei"/>
                <a:ea typeface="Microsoft YaHei"/>
              </a:rPr>
              <a:t>合作网络建设：我们的策略</a:t>
            </a:r>
          </a:p>
        </p:txBody>
      </p:sp>
    </p:spTree>
    <p:extLst>
      <p:ext uri="{BB962C8B-B14F-4D97-AF65-F5344CB8AC3E}">
        <p14:creationId xmlns:p14="http://schemas.microsoft.com/office/powerpoint/2010/main" val="1343913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1241984395" name="Rectangle 2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578012213" name="Picture 16" descr="A group of people posing for a photo&#10;&#10;Description automatically generated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897248098" name="Rectangl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 rot="16199998">
            <a:off x="3799865" y="-1524511"/>
            <a:ext cx="4592270" cy="12192001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21000">
                <a:schemeClr val="tx1">
                  <a:alpha val="30000"/>
                </a:schemeClr>
              </a:gs>
              <a:gs pos="35000">
                <a:schemeClr val="tx1">
                  <a:alpha val="46000"/>
                </a:schemeClr>
              </a:gs>
              <a:gs pos="100000">
                <a:schemeClr val="tx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30042405" name="Titel 5"/>
          <p:cNvSpPr>
            <a:spLocks noGrp="1"/>
          </p:cNvSpPr>
          <p:nvPr>
            <p:ph type="title"/>
          </p:nvPr>
        </p:nvSpPr>
        <p:spPr bwMode="auto">
          <a:xfrm>
            <a:off x="404553" y="4135055"/>
            <a:ext cx="10284445" cy="143325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defRPr/>
            </a:pPr>
            <a:r>
              <a:rPr lang="en-US" sz="6600">
                <a:solidFill>
                  <a:schemeClr val="bg1"/>
                </a:solidFill>
              </a:rPr>
              <a:t>Pattern Recognition Lab</a:t>
            </a:r>
            <a:endParaRPr/>
          </a:p>
        </p:txBody>
      </p:sp>
      <p:sp>
        <p:nvSpPr>
          <p:cNvPr id="682557105" name="Rectangle: Rounded Corners 2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12638280" name="Textplatzhalter 7"/>
          <p:cNvSpPr>
            <a:spLocks noGrp="1"/>
          </p:cNvSpPr>
          <p:nvPr>
            <p:ph type="body" sz="quarter" idx="37"/>
          </p:nvPr>
        </p:nvSpPr>
        <p:spPr bwMode="auto">
          <a:xfrm>
            <a:off x="404553" y="5624945"/>
            <a:ext cx="9078562" cy="59297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2400">
                <a:solidFill>
                  <a:schemeClr val="bg1"/>
                </a:solidFill>
              </a:rPr>
              <a:t>Friedrich-Alexander Universität Erlangen-Nürnberg</a:t>
            </a:r>
            <a:endParaRPr/>
          </a:p>
        </p:txBody>
      </p:sp>
      <p:sp>
        <p:nvSpPr>
          <p:cNvPr id="2117886515" name="Datumsplatzhalter 2"/>
          <p:cNvSpPr>
            <a:spLocks noGrp="1"/>
          </p:cNvSpPr>
          <p:nvPr>
            <p:ph type="dt" sz="half" idx="10"/>
          </p:nvPr>
        </p:nvSpPr>
        <p:spPr bwMode="auto">
          <a:xfrm>
            <a:off x="404553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  <a:defRPr/>
            </a:pPr>
            <a:r>
              <a:rPr lang="en-US" sz="1200">
                <a:solidFill>
                  <a:schemeClr val="bg1"/>
                </a:solidFill>
                <a:latin typeface="Calibri"/>
              </a:rPr>
              <a:t>October 2026</a:t>
            </a:r>
            <a:endParaRPr lang="en-US" sz="120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795017525" name="Fußzeilenplatzhalter 3"/>
          <p:cNvSpPr>
            <a:spLocks noGrp="1"/>
          </p:cNvSpPr>
          <p:nvPr>
            <p:ph type="ftr" sz="quarter" idx="11"/>
          </p:nvPr>
        </p:nvSpPr>
        <p:spPr bwMode="auto"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1200">
                <a:solidFill>
                  <a:schemeClr val="bg1"/>
                </a:solidFill>
                <a:latin typeface="Calibri"/>
              </a:rPr>
              <a:t>Department of Computer Science</a:t>
            </a:r>
            <a:endParaRPr lang="en-US">
              <a:ea typeface="Arial"/>
              <a:cs typeface="Arial"/>
            </a:endParaRPr>
          </a:p>
        </p:txBody>
      </p:sp>
      <p:sp>
        <p:nvSpPr>
          <p:cNvPr id="1779721615" name="Foliennummernplatzhalter 4"/>
          <p:cNvSpPr>
            <a:spLocks noGrp="1"/>
          </p:cNvSpPr>
          <p:nvPr>
            <p:ph type="sldNum" sz="quarter" idx="12"/>
          </p:nvPr>
        </p:nvSpPr>
        <p:spPr bwMode="auto">
          <a:xfrm>
            <a:off x="9041199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D949F9DF-37BD-4CD6-BF49-65BA579E1D7A}" type="slidenum">
              <a:rPr lang="en-US" sz="1200">
                <a:solidFill>
                  <a:schemeClr val="bg1"/>
                </a:solidFill>
                <a:latin typeface="Calibri"/>
              </a:rPr>
              <a:t>5</a:t>
            </a:fld>
            <a:endParaRPr lang="en-US" sz="120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2117886516" name="Chinese subheading"/>
          <p:cNvSpPr txBox="1"/>
          <p:nvPr/>
        </p:nvSpPr>
        <p:spPr>
          <a:xfrm>
            <a:off x="7594600" y="5715000"/>
            <a:ext cx="21590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 lang="zh-CN">
                <a:solidFill>
                  <a:srgbClr val="FFFFFF"/>
                </a:solidFill>
                <a:latin typeface="Microsoft YaHei"/>
                <a:ea typeface="Microsoft YaHei"/>
              </a:rPr>
              <a:t>模式识别实验室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D5517FC-D13E-FD08-3F43-883877C0A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 smtClean="0"/>
              <a:t>October 2026</a:t>
            </a:r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8515933-0C29-0DCD-DC8E-F65196734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Faculty of Engineering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0958615-E76A-C5BC-CEF0-460ECC405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49F9DF-37BD-4CD6-BF49-65BA579E1D7A}" type="slidenum">
              <a:rPr lang="de-DE" smtClean="0"/>
              <a:t>6</a:t>
            </a:fld>
            <a:endParaRPr lang="de-DE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2E53109E-055E-3131-B2D9-13625091D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 the Past to Understand the Future</a:t>
            </a:r>
          </a:p>
        </p:txBody>
      </p:sp>
      <p:sp>
        <p:nvSpPr>
          <p:cNvPr id="15" name="Inhaltsplatzhalter 14">
            <a:extLst>
              <a:ext uri="{FF2B5EF4-FFF2-40B4-BE49-F238E27FC236}">
                <a16:creationId xmlns:a16="http://schemas.microsoft.com/office/drawing/2014/main" id="{1B53D2E8-84EF-621B-F2BA-34B704EF6ADB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Founded in 1975, Founder: Heinrich Niemann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Germany’s first dedicated Pattern Recognition / Machine Learning Lab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Medical Imaging as early as 1981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First Computer. PDP11/34 with 248 kB, 2.5 MHz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Focus: Theory &amp; good Understanding of Hardware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C363A282-9C6D-232C-CE0B-EACA20A45F3D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sz="1600" b="0" lang="zh-CN">
                <a:solidFill>
                  <a:schemeClr val="accent3"/>
                </a:solidFill>
                <a:latin typeface="Microsoft YaHei"/>
                <a:ea typeface="Microsoft YaHei"/>
              </a:rPr>
              <a:t>温故而知新</a:t>
            </a:r>
            <a:endParaRPr lang="en-US"/>
          </a:p>
        </p:txBody>
      </p:sp>
      <p:pic>
        <p:nvPicPr>
          <p:cNvPr id="13" name="Grafik 12" descr="Ein Bild, das Im Haus, Wand, Haushaltsgerät, Computer enthält.&#10;&#10;KI-generierte Inhalte können fehlerhaft sein.">
            <a:extLst>
              <a:ext uri="{FF2B5EF4-FFF2-40B4-BE49-F238E27FC236}">
                <a16:creationId xmlns:a16="http://schemas.microsoft.com/office/drawing/2014/main" id="{AF2D2145-60F7-86B1-B98B-03124AFEC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4861" y="1628775"/>
            <a:ext cx="3949700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34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2655522" name="Rectangle: Rounded Corners 32"/>
          <p:cNvSpPr/>
          <p:nvPr/>
        </p:nvSpPr>
        <p:spPr bwMode="auto">
          <a:xfrm>
            <a:off x="7810095" y="1665802"/>
            <a:ext cx="3930201" cy="2245218"/>
          </a:xfrm>
          <a:prstGeom prst="roundRect">
            <a:avLst>
              <a:gd name="adj" fmla="val 16667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None/>
              <a:defRPr/>
            </a:pPr>
            <a:endParaRPr lang="en-US" sz="1600" b="0" i="0" u="none" strike="noStrike" cap="none" spc="0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9069075" name="Rectangle: Rounded Corners 21"/>
          <p:cNvSpPr/>
          <p:nvPr/>
        </p:nvSpPr>
        <p:spPr bwMode="auto">
          <a:xfrm>
            <a:off x="748180" y="1665802"/>
            <a:ext cx="3930201" cy="2245218"/>
          </a:xfrm>
          <a:prstGeom prst="roundRect">
            <a:avLst>
              <a:gd name="adj" fmla="val 16667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None/>
              <a:defRPr/>
            </a:pPr>
            <a:endParaRPr lang="en-US" sz="1600" b="0" i="0" u="none" strike="noStrike" cap="none" spc="0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5618445" name="Rectangle: Rounded Corners 12"/>
          <p:cNvSpPr/>
          <p:nvPr/>
        </p:nvSpPr>
        <p:spPr bwMode="auto">
          <a:xfrm>
            <a:off x="4890885" y="1365294"/>
            <a:ext cx="2728173" cy="2416936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None/>
              <a:defRPr/>
            </a:pPr>
            <a:endParaRPr lang="en-US" sz="1600" b="0" i="0" u="none" strike="noStrike" cap="none" spc="0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3100079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/>
              <a:t>Our Team Today</a:t>
            </a:r>
            <a:endParaRPr lang="en-US" dirty="0">
              <a:cs typeface="Arial"/>
            </a:endParaRPr>
          </a:p>
        </p:txBody>
      </p:sp>
      <p:sp>
        <p:nvSpPr>
          <p:cNvPr id="297430256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October 2026</a:t>
            </a:r>
            <a:endParaRPr lang="de-DE"/>
          </a:p>
        </p:txBody>
      </p:sp>
      <p:sp>
        <p:nvSpPr>
          <p:cNvPr id="1263593223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Faculty of Engineering</a:t>
            </a:r>
            <a:endParaRPr/>
          </a:p>
        </p:txBody>
      </p:sp>
      <p:sp>
        <p:nvSpPr>
          <p:cNvPr id="1710240272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949F9DF-37BD-4CD6-BF49-65BA579E1D7A}" type="slidenum">
              <a:rPr lang="de-DE"/>
              <a:t>7</a:t>
            </a:fld>
            <a:endParaRPr lang="de-DE"/>
          </a:p>
        </p:txBody>
      </p:sp>
      <p:sp>
        <p:nvSpPr>
          <p:cNvPr id="1563164959" name="Textplatzhalter 10"/>
          <p:cNvSpPr>
            <a:spLocks noGrp="1"/>
          </p:cNvSpPr>
          <p:nvPr>
            <p:ph type="body" sz="quarter" idx="37"/>
          </p:nvPr>
        </p:nvSpPr>
        <p:spPr bwMode="auto"/>
        <p:txBody>
          <a:bodyPr/>
          <a:lstStyle/>
          <a:p>
            <a:pPr>
              <a:defRPr/>
            </a:pPr>
            <a:r>
              <a:rPr lang="en-US">
                <a:cs typeface="Arial"/>
              </a:rPr>
              <a:t>Pattern Recognition Lab</a:t>
            </a:r>
            <a:r>
              <a:rPr sz="1600" b="0" lang="zh-CN">
                <a:solidFill>
                  <a:schemeClr val="accent3"/>
                </a:solidFill>
                <a:latin typeface="Microsoft YaHei"/>
                <a:ea typeface="Microsoft YaHei"/>
              </a:rPr>
              <a:t> 我们的团队</a:t>
            </a:r>
            <a:endParaRPr/>
          </a:p>
          <a:p>
            <a:pPr>
              <a:defRPr/>
            </a:pPr>
            <a:endParaRPr lang="en-US">
              <a:cs typeface="Arial"/>
            </a:endParaRPr>
          </a:p>
        </p:txBody>
      </p:sp>
      <p:pic>
        <p:nvPicPr>
          <p:cNvPr id="250360809" name="Picture 13" descr="Andreas Maier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545852" y="1794140"/>
            <a:ext cx="1379316" cy="1656054"/>
          </a:xfrm>
          <a:prstGeom prst="ellipse">
            <a:avLst/>
          </a:prstGeom>
        </p:spPr>
      </p:pic>
      <p:pic>
        <p:nvPicPr>
          <p:cNvPr id="319308899" name="Picture 14" descr="Alexandra Hauske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649592" y="2189408"/>
            <a:ext cx="884075" cy="1315145"/>
          </a:xfrm>
          <a:prstGeom prst="flowChartConnector">
            <a:avLst/>
          </a:prstGeom>
        </p:spPr>
      </p:pic>
      <p:pic>
        <p:nvPicPr>
          <p:cNvPr id="390229118" name="Picture 16" descr="Klaudia Schuller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2873188" y="2194774"/>
            <a:ext cx="966053" cy="1310556"/>
          </a:xfrm>
          <a:prstGeom prst="flowChartConnector">
            <a:avLst/>
          </a:prstGeom>
        </p:spPr>
      </p:pic>
      <p:pic>
        <p:nvPicPr>
          <p:cNvPr id="857490293" name="Picture 17" descr="Sven Grünke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9248480" y="2143660"/>
            <a:ext cx="1039550" cy="1412069"/>
          </a:xfrm>
          <a:prstGeom prst="flowChartConnector">
            <a:avLst/>
          </a:prstGeom>
        </p:spPr>
      </p:pic>
      <p:sp>
        <p:nvSpPr>
          <p:cNvPr id="762283414" name="Titel 1"/>
          <p:cNvSpPr txBox="1"/>
          <p:nvPr/>
        </p:nvSpPr>
        <p:spPr bwMode="auto">
          <a:xfrm>
            <a:off x="5291615" y="1423342"/>
            <a:ext cx="2034436" cy="2769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2400" b="1">
                <a:solidFill>
                  <a:srgbClr val="041E4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000">
                <a:solidFill>
                  <a:schemeClr val="bg1"/>
                </a:solidFill>
              </a:rPr>
              <a:t>Head of the Lab</a:t>
            </a:r>
            <a:endParaRPr lang="en-US" sz="2000">
              <a:solidFill>
                <a:schemeClr val="bg1"/>
              </a:solidFill>
              <a:cs typeface="Arial"/>
            </a:endParaRPr>
          </a:p>
        </p:txBody>
      </p:sp>
      <p:sp>
        <p:nvSpPr>
          <p:cNvPr id="1438689275" name="Titel 1"/>
          <p:cNvSpPr txBox="1"/>
          <p:nvPr/>
        </p:nvSpPr>
        <p:spPr bwMode="auto">
          <a:xfrm>
            <a:off x="1987065" y="1730675"/>
            <a:ext cx="1540746" cy="2769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2400" b="1">
                <a:solidFill>
                  <a:srgbClr val="041E4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000"/>
              <a:t>Secretaries</a:t>
            </a:r>
            <a:endParaRPr lang="en-US" sz="2000">
              <a:cs typeface="Arial"/>
            </a:endParaRPr>
          </a:p>
        </p:txBody>
      </p:sp>
      <p:sp>
        <p:nvSpPr>
          <p:cNvPr id="1147543550" name="Titel 1"/>
          <p:cNvSpPr txBox="1"/>
          <p:nvPr/>
        </p:nvSpPr>
        <p:spPr bwMode="auto">
          <a:xfrm>
            <a:off x="9017861" y="1726161"/>
            <a:ext cx="1594408" cy="2769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2400" b="1">
                <a:solidFill>
                  <a:srgbClr val="041E4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2000" dirty="0"/>
              <a:t>Technician</a:t>
            </a:r>
            <a:endParaRPr lang="en-US" sz="2000" dirty="0">
              <a:cs typeface="Arial"/>
            </a:endParaRPr>
          </a:p>
        </p:txBody>
      </p:sp>
      <p:sp>
        <p:nvSpPr>
          <p:cNvPr id="1159859079" name="Titel 1"/>
          <p:cNvSpPr txBox="1"/>
          <p:nvPr/>
        </p:nvSpPr>
        <p:spPr bwMode="auto">
          <a:xfrm>
            <a:off x="5184292" y="3483963"/>
            <a:ext cx="2249083" cy="1938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2400" b="1">
                <a:solidFill>
                  <a:srgbClr val="041E4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1400" b="0">
                <a:solidFill>
                  <a:schemeClr val="bg1"/>
                </a:solidFill>
              </a:rPr>
              <a:t>Prof. Dr.-Ing. Andreas Maier</a:t>
            </a:r>
            <a:endParaRPr lang="en-US" sz="1600" b="0">
              <a:solidFill>
                <a:schemeClr val="bg1"/>
              </a:solidFill>
              <a:cs typeface="Arial"/>
            </a:endParaRPr>
          </a:p>
        </p:txBody>
      </p:sp>
      <p:sp>
        <p:nvSpPr>
          <p:cNvPr id="2037795567" name="Titel 1"/>
          <p:cNvSpPr txBox="1"/>
          <p:nvPr/>
        </p:nvSpPr>
        <p:spPr bwMode="auto">
          <a:xfrm>
            <a:off x="1550654" y="3557788"/>
            <a:ext cx="1079253" cy="1938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2400" b="1">
                <a:solidFill>
                  <a:srgbClr val="041E4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1400" b="0"/>
              <a:t>Alexandra H.</a:t>
            </a:r>
            <a:endParaRPr lang="en-US"/>
          </a:p>
        </p:txBody>
      </p:sp>
      <p:sp>
        <p:nvSpPr>
          <p:cNvPr id="1372532012" name="Titel 1"/>
          <p:cNvSpPr txBox="1"/>
          <p:nvPr/>
        </p:nvSpPr>
        <p:spPr bwMode="auto">
          <a:xfrm>
            <a:off x="2988796" y="3557788"/>
            <a:ext cx="821675" cy="1938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2400" b="1">
                <a:solidFill>
                  <a:srgbClr val="041E4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1400" b="0"/>
              <a:t>Claudia S.</a:t>
            </a:r>
            <a:endParaRPr lang="en-US"/>
          </a:p>
        </p:txBody>
      </p:sp>
      <p:sp>
        <p:nvSpPr>
          <p:cNvPr id="1431507535" name="Titel 1"/>
          <p:cNvSpPr txBox="1"/>
          <p:nvPr/>
        </p:nvSpPr>
        <p:spPr bwMode="auto">
          <a:xfrm>
            <a:off x="9465249" y="3600716"/>
            <a:ext cx="821675" cy="1938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2400" b="1">
                <a:solidFill>
                  <a:srgbClr val="041E4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1400" b="0"/>
              <a:t>Sven G.</a:t>
            </a:r>
            <a:endParaRPr lang="en-US"/>
          </a:p>
        </p:txBody>
      </p:sp>
      <p:sp>
        <p:nvSpPr>
          <p:cNvPr id="1525407672" name="Rectangle: Rounded Corners 31"/>
          <p:cNvSpPr/>
          <p:nvPr/>
        </p:nvSpPr>
        <p:spPr bwMode="auto">
          <a:xfrm>
            <a:off x="1005757" y="4166450"/>
            <a:ext cx="4799525" cy="2245218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457200" indent="-457200">
              <a:lnSpc>
                <a:spcPct val="110000"/>
              </a:lnSpc>
              <a:spcAft>
                <a:spcPts val="1200"/>
              </a:spcAft>
              <a:buFont typeface="Arial"/>
              <a:buChar char="•"/>
              <a:defRPr/>
            </a:pPr>
            <a:r>
              <a:rPr lang="en-US">
                <a:solidFill>
                  <a:schemeClr val="tx1"/>
                </a:solidFill>
                <a:cs typeface="Arial"/>
              </a:rPr>
              <a:t>~60 PhD students &amp; 8 PostDocs</a:t>
            </a:r>
            <a:endParaRPr/>
          </a:p>
          <a:p>
            <a:pPr marL="457200" indent="-457200">
              <a:lnSpc>
                <a:spcPct val="110000"/>
              </a:lnSpc>
              <a:spcAft>
                <a:spcPts val="1200"/>
              </a:spcAft>
              <a:buFont typeface="Arial"/>
              <a:buChar char="•"/>
              <a:defRPr/>
            </a:pPr>
            <a:r>
              <a:rPr lang="en-US">
                <a:solidFill>
                  <a:schemeClr val="tx1"/>
                </a:solidFill>
                <a:cs typeface="Arial"/>
              </a:rPr>
              <a:t>2 Emeritus Professors</a:t>
            </a:r>
            <a:endParaRPr/>
          </a:p>
          <a:p>
            <a:pPr marL="457200" indent="-457200">
              <a:lnSpc>
                <a:spcPct val="110000"/>
              </a:lnSpc>
              <a:spcAft>
                <a:spcPts val="1200"/>
              </a:spcAft>
              <a:buFont typeface="Arial"/>
              <a:buChar char="•"/>
              <a:defRPr/>
            </a:pPr>
            <a:r>
              <a:rPr lang="en-US">
                <a:solidFill>
                  <a:schemeClr val="tx1"/>
                </a:solidFill>
                <a:cs typeface="Arial"/>
              </a:rPr>
              <a:t>~3709 Master &amp; Bachelor students</a:t>
            </a:r>
            <a:endParaRPr/>
          </a:p>
        </p:txBody>
      </p:sp>
      <p:sp>
        <p:nvSpPr>
          <p:cNvPr id="165345590" name="Rectangle: Rounded Corners 33"/>
          <p:cNvSpPr/>
          <p:nvPr/>
        </p:nvSpPr>
        <p:spPr bwMode="auto">
          <a:xfrm>
            <a:off x="6447082" y="4166450"/>
            <a:ext cx="5293214" cy="2245218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457200" indent="-457200">
              <a:lnSpc>
                <a:spcPct val="110000"/>
              </a:lnSpc>
              <a:spcAft>
                <a:spcPts val="1200"/>
              </a:spcAft>
              <a:buFont typeface="Arial"/>
              <a:buChar char="•"/>
              <a:defRPr/>
            </a:pPr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Academic partners in Europe, Asia, North/South America, Australia</a:t>
            </a:r>
            <a:endParaRPr/>
          </a:p>
          <a:p>
            <a:pPr marL="457200" indent="-457200">
              <a:lnSpc>
                <a:spcPct val="110000"/>
              </a:lnSpc>
              <a:spcAft>
                <a:spcPts val="1200"/>
              </a:spcAft>
              <a:buFont typeface="Arial"/>
              <a:buChar char="•"/>
              <a:defRPr/>
            </a:pPr>
            <a:r>
              <a:rPr lang="en-US">
                <a:solidFill>
                  <a:schemeClr val="tx1"/>
                </a:solidFill>
                <a:cs typeface="Arial"/>
              </a:rPr>
              <a:t>Industry partners: Siemens, Fraunhofer, Adidas, Intel, Audi, IBM, and more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4316908" name="Rectangle: Rounded Corners 31"/>
          <p:cNvSpPr/>
          <p:nvPr/>
        </p:nvSpPr>
        <p:spPr bwMode="auto">
          <a:xfrm>
            <a:off x="1239827" y="5335288"/>
            <a:ext cx="3704748" cy="958937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>
              <a:lnSpc>
                <a:spcPct val="110000"/>
              </a:lnSpc>
              <a:spcAft>
                <a:spcPts val="1200"/>
              </a:spcAft>
              <a:defRPr/>
            </a:pPr>
            <a:endParaRPr lang="en-US">
              <a:solidFill>
                <a:schemeClr val="tx1"/>
              </a:solidFill>
              <a:cs typeface="Arial"/>
            </a:endParaRPr>
          </a:p>
        </p:txBody>
      </p:sp>
      <p:sp>
        <p:nvSpPr>
          <p:cNvPr id="1066223608" name="Rectangle: Rounded Corners 29"/>
          <p:cNvSpPr/>
          <p:nvPr/>
        </p:nvSpPr>
        <p:spPr bwMode="auto">
          <a:xfrm>
            <a:off x="6564206" y="4876174"/>
            <a:ext cx="4111889" cy="958937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>
              <a:lnSpc>
                <a:spcPct val="110000"/>
              </a:lnSpc>
              <a:spcAft>
                <a:spcPts val="1200"/>
              </a:spcAft>
              <a:defRPr/>
            </a:pPr>
            <a:endParaRPr lang="en-US">
              <a:solidFill>
                <a:schemeClr val="tx1"/>
              </a:solidFill>
              <a:cs typeface="Arial"/>
            </a:endParaRPr>
          </a:p>
        </p:txBody>
      </p:sp>
      <p:sp>
        <p:nvSpPr>
          <p:cNvPr id="102574634" name="Rectangle: Rounded Corners 27"/>
          <p:cNvSpPr/>
          <p:nvPr/>
        </p:nvSpPr>
        <p:spPr bwMode="auto">
          <a:xfrm>
            <a:off x="1311959" y="3974796"/>
            <a:ext cx="3560484" cy="958937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>
              <a:lnSpc>
                <a:spcPct val="110000"/>
              </a:lnSpc>
              <a:spcAft>
                <a:spcPts val="1200"/>
              </a:spcAft>
              <a:defRPr/>
            </a:pPr>
            <a:endParaRPr lang="en-US">
              <a:solidFill>
                <a:schemeClr val="tx1"/>
              </a:solidFill>
              <a:cs typeface="Arial"/>
            </a:endParaRPr>
          </a:p>
        </p:txBody>
      </p:sp>
      <p:sp>
        <p:nvSpPr>
          <p:cNvPr id="756716660" name="Rectangle: Rounded Corners 23"/>
          <p:cNvSpPr/>
          <p:nvPr/>
        </p:nvSpPr>
        <p:spPr bwMode="auto">
          <a:xfrm>
            <a:off x="1036257" y="2777444"/>
            <a:ext cx="4111889" cy="958937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>
              <a:lnSpc>
                <a:spcPct val="110000"/>
              </a:lnSpc>
              <a:spcAft>
                <a:spcPts val="1200"/>
              </a:spcAft>
              <a:defRPr/>
            </a:pPr>
            <a:endParaRPr lang="en-US">
              <a:solidFill>
                <a:schemeClr val="tx1"/>
              </a:solidFill>
              <a:cs typeface="Arial"/>
            </a:endParaRPr>
          </a:p>
        </p:txBody>
      </p:sp>
      <p:sp>
        <p:nvSpPr>
          <p:cNvPr id="1952498809" name="Rectangle: Rounded Corners 19"/>
          <p:cNvSpPr/>
          <p:nvPr/>
        </p:nvSpPr>
        <p:spPr bwMode="auto">
          <a:xfrm>
            <a:off x="6483910" y="3291215"/>
            <a:ext cx="4272480" cy="958937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>
              <a:lnSpc>
                <a:spcPct val="110000"/>
              </a:lnSpc>
              <a:spcAft>
                <a:spcPts val="1200"/>
              </a:spcAft>
              <a:defRPr/>
            </a:pPr>
            <a:endParaRPr lang="en-US">
              <a:solidFill>
                <a:schemeClr val="tx1"/>
              </a:solidFill>
              <a:cs typeface="Arial"/>
            </a:endParaRPr>
          </a:p>
        </p:txBody>
      </p:sp>
      <p:sp>
        <p:nvSpPr>
          <p:cNvPr id="1057174306" name="Rectangle: Rounded Corners 18"/>
          <p:cNvSpPr/>
          <p:nvPr/>
        </p:nvSpPr>
        <p:spPr bwMode="auto">
          <a:xfrm>
            <a:off x="6564206" y="1827841"/>
            <a:ext cx="4111889" cy="958937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>
              <a:lnSpc>
                <a:spcPct val="110000"/>
              </a:lnSpc>
              <a:spcAft>
                <a:spcPts val="1200"/>
              </a:spcAft>
              <a:defRPr/>
            </a:pPr>
            <a:endParaRPr lang="en-US">
              <a:solidFill>
                <a:schemeClr val="tx1"/>
              </a:solidFill>
              <a:cs typeface="Arial"/>
            </a:endParaRPr>
          </a:p>
        </p:txBody>
      </p:sp>
      <p:sp>
        <p:nvSpPr>
          <p:cNvPr id="388586947" name="Rectangle: Rounded Corners 17"/>
          <p:cNvSpPr/>
          <p:nvPr/>
        </p:nvSpPr>
        <p:spPr bwMode="auto">
          <a:xfrm>
            <a:off x="1593851" y="1602585"/>
            <a:ext cx="2996701" cy="958937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>
              <a:lnSpc>
                <a:spcPct val="110000"/>
              </a:lnSpc>
              <a:spcAft>
                <a:spcPts val="1200"/>
              </a:spcAft>
              <a:defRPr/>
            </a:pPr>
            <a:endParaRPr lang="en-US">
              <a:solidFill>
                <a:schemeClr val="tx1"/>
              </a:solidFill>
              <a:cs typeface="Arial"/>
            </a:endParaRPr>
          </a:p>
        </p:txBody>
      </p:sp>
      <p:sp>
        <p:nvSpPr>
          <p:cNvPr id="1795017395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October 2026</a:t>
            </a:r>
            <a:endParaRPr lang="de-DE"/>
          </a:p>
        </p:txBody>
      </p:sp>
      <p:sp>
        <p:nvSpPr>
          <p:cNvPr id="356934835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Faculty of Engineering</a:t>
            </a:r>
            <a:endParaRPr/>
          </a:p>
        </p:txBody>
      </p:sp>
      <p:sp>
        <p:nvSpPr>
          <p:cNvPr id="90609839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949F9DF-37BD-4CD6-BF49-65BA579E1D7A}" type="slidenum">
              <a:rPr lang="de-DE"/>
              <a:t>8</a:t>
            </a:fld>
            <a:endParaRPr lang="de-DE"/>
          </a:p>
        </p:txBody>
      </p:sp>
      <p:sp>
        <p:nvSpPr>
          <p:cNvPr id="1366105906" name="Titel 1"/>
          <p:cNvSpPr>
            <a:spLocks noGrp="1"/>
          </p:cNvSpPr>
          <p:nvPr>
            <p:ph type="title"/>
          </p:nvPr>
        </p:nvSpPr>
        <p:spPr bwMode="auto">
          <a:xfrm>
            <a:off x="518318" y="301185"/>
            <a:ext cx="6844385" cy="332399"/>
          </a:xfrm>
        </p:spPr>
        <p:txBody>
          <a:bodyPr/>
          <a:lstStyle/>
          <a:p>
            <a:pPr>
              <a:defRPr/>
            </a:pPr>
            <a:r>
              <a:rPr lang="en-US"/>
              <a:t>Research Areas</a:t>
            </a:r>
            <a:endParaRPr/>
          </a:p>
        </p:txBody>
      </p:sp>
      <p:sp>
        <p:nvSpPr>
          <p:cNvPr id="1042312460" name="Textplatzhalter 10"/>
          <p:cNvSpPr>
            <a:spLocks noGrp="1"/>
          </p:cNvSpPr>
          <p:nvPr>
            <p:ph type="body" sz="quarter" idx="37"/>
          </p:nvPr>
        </p:nvSpPr>
        <p:spPr bwMode="auto">
          <a:xfrm>
            <a:off x="518317" y="687598"/>
            <a:ext cx="6844385" cy="674544"/>
          </a:xfrm>
        </p:spPr>
        <p:txBody>
          <a:bodyPr/>
          <a:lstStyle/>
          <a:p>
            <a:pPr>
              <a:defRPr/>
            </a:pPr>
            <a:r>
              <a:rPr lang="en-US">
                <a:cs typeface="Arial"/>
              </a:rPr>
              <a:t>Pattern Recognition Lab</a:t>
            </a:r>
            <a:r>
              <a:rPr sz="1600" b="0" lang="zh-CN">
                <a:solidFill>
                  <a:schemeClr val="accent3"/>
                </a:solidFill>
                <a:latin typeface="Microsoft YaHei"/>
                <a:ea typeface="Microsoft YaHei"/>
              </a:rPr>
              <a:t> 研究方向</a:t>
            </a:r>
            <a:endParaRPr/>
          </a:p>
          <a:p>
            <a:pPr>
              <a:defRPr/>
            </a:pPr>
            <a:endParaRPr lang="en-US">
              <a:cs typeface="Arial"/>
            </a:endParaRPr>
          </a:p>
        </p:txBody>
      </p:sp>
      <p:sp>
        <p:nvSpPr>
          <p:cNvPr id="808608963" name="Titel 1"/>
          <p:cNvSpPr txBox="1"/>
          <p:nvPr/>
        </p:nvSpPr>
        <p:spPr bwMode="auto">
          <a:xfrm>
            <a:off x="1860784" y="1908641"/>
            <a:ext cx="2462834" cy="3323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2400" b="1">
                <a:solidFill>
                  <a:srgbClr val="041E4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/>
              <a:t>Computer Vision</a:t>
            </a:r>
            <a:endParaRPr/>
          </a:p>
        </p:txBody>
      </p:sp>
      <p:sp>
        <p:nvSpPr>
          <p:cNvPr id="547964530" name="Titel 1"/>
          <p:cNvSpPr txBox="1"/>
          <p:nvPr/>
        </p:nvSpPr>
        <p:spPr bwMode="auto">
          <a:xfrm>
            <a:off x="6723801" y="1956039"/>
            <a:ext cx="3792698" cy="99719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2400" b="1">
                <a:solidFill>
                  <a:srgbClr val="041E4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/>
              <a:t>Learning Algorithms for </a:t>
            </a:r>
            <a:endParaRPr/>
          </a:p>
          <a:p>
            <a:pPr>
              <a:defRPr/>
            </a:pPr>
            <a:r>
              <a:rPr lang="en-US"/>
              <a:t>Medical Big Data Analysis</a:t>
            </a:r>
            <a:endParaRPr lang="en-US" b="0">
              <a:solidFill>
                <a:srgbClr val="000000"/>
              </a:solidFill>
            </a:endParaRPr>
          </a:p>
          <a:p>
            <a:pPr>
              <a:defRPr/>
            </a:pPr>
            <a:endParaRPr lang="en-US">
              <a:cs typeface="Arial"/>
            </a:endParaRPr>
          </a:p>
        </p:txBody>
      </p:sp>
      <p:sp>
        <p:nvSpPr>
          <p:cNvPr id="708536548" name="Titel 1"/>
          <p:cNvSpPr txBox="1"/>
          <p:nvPr/>
        </p:nvSpPr>
        <p:spPr bwMode="auto">
          <a:xfrm>
            <a:off x="1311959" y="3080872"/>
            <a:ext cx="3560484" cy="6647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2400" b="1">
                <a:solidFill>
                  <a:srgbClr val="041E4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/>
              <a:t>Time Series Intelligence</a:t>
            </a:r>
            <a:endParaRPr/>
          </a:p>
          <a:p>
            <a:pPr>
              <a:defRPr/>
            </a:pPr>
            <a:endParaRPr lang="en-US">
              <a:cs typeface="Arial"/>
            </a:endParaRPr>
          </a:p>
        </p:txBody>
      </p:sp>
      <p:sp>
        <p:nvSpPr>
          <p:cNvPr id="568872524" name="Titel 1"/>
          <p:cNvSpPr txBox="1"/>
          <p:nvPr/>
        </p:nvSpPr>
        <p:spPr bwMode="auto">
          <a:xfrm>
            <a:off x="6617919" y="3438286"/>
            <a:ext cx="4004462" cy="6647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2400" b="1">
                <a:solidFill>
                  <a:srgbClr val="041E4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/>
              <a:t>Speech Processing </a:t>
            </a:r>
            <a:endParaRPr/>
          </a:p>
          <a:p>
            <a:pPr algn="ctr">
              <a:defRPr/>
            </a:pPr>
            <a:r>
              <a:rPr lang="en-US"/>
              <a:t>&amp; Language Understanding</a:t>
            </a:r>
            <a:endParaRPr/>
          </a:p>
        </p:txBody>
      </p:sp>
      <p:sp>
        <p:nvSpPr>
          <p:cNvPr id="577310379" name="Titel 1"/>
          <p:cNvSpPr txBox="1"/>
          <p:nvPr/>
        </p:nvSpPr>
        <p:spPr bwMode="auto">
          <a:xfrm>
            <a:off x="7130303" y="5046317"/>
            <a:ext cx="2979695" cy="99719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2400" b="1">
                <a:solidFill>
                  <a:srgbClr val="041E4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/>
              <a:t>Inverse Problems &amp; Applications</a:t>
            </a:r>
            <a:endParaRPr/>
          </a:p>
          <a:p>
            <a:pPr algn="ctr">
              <a:defRPr/>
            </a:pPr>
            <a:endParaRPr lang="en-US">
              <a:cs typeface="Arial"/>
            </a:endParaRPr>
          </a:p>
        </p:txBody>
      </p:sp>
      <p:sp>
        <p:nvSpPr>
          <p:cNvPr id="2002371991" name="Titel 1"/>
          <p:cNvSpPr txBox="1"/>
          <p:nvPr/>
        </p:nvSpPr>
        <p:spPr bwMode="auto">
          <a:xfrm>
            <a:off x="1522896" y="4146598"/>
            <a:ext cx="3138608" cy="99719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2400" b="1">
                <a:solidFill>
                  <a:srgbClr val="041E4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/>
              <a:t>Magnetic Resonance </a:t>
            </a:r>
            <a:endParaRPr/>
          </a:p>
          <a:p>
            <a:pPr algn="ctr">
              <a:defRPr/>
            </a:pPr>
            <a:r>
              <a:rPr lang="en-US"/>
              <a:t>Imaging</a:t>
            </a:r>
            <a:endParaRPr/>
          </a:p>
          <a:p>
            <a:pPr algn="ctr">
              <a:defRPr/>
            </a:pPr>
            <a:endParaRPr lang="en-US">
              <a:cs typeface="Arial"/>
            </a:endParaRPr>
          </a:p>
        </p:txBody>
      </p:sp>
      <p:sp>
        <p:nvSpPr>
          <p:cNvPr id="1485513542" name="Titel 1"/>
          <p:cNvSpPr txBox="1"/>
          <p:nvPr/>
        </p:nvSpPr>
        <p:spPr bwMode="auto">
          <a:xfrm>
            <a:off x="1600987" y="5528283"/>
            <a:ext cx="2982428" cy="6647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2400" b="1">
                <a:solidFill>
                  <a:srgbClr val="041E4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>
                <a:ea typeface="Arial"/>
                <a:cs typeface="Arial"/>
              </a:rPr>
              <a:t>Data Processing for </a:t>
            </a:r>
            <a:endParaRPr/>
          </a:p>
          <a:p>
            <a:pPr>
              <a:defRPr/>
            </a:pPr>
            <a:r>
              <a:rPr lang="en-US">
                <a:ea typeface="Arial"/>
                <a:cs typeface="Arial"/>
              </a:rPr>
              <a:t>Utility </a:t>
            </a:r>
            <a:r>
              <a:rPr lang="en-US">
                <a:cs typeface="Arial"/>
              </a:rPr>
              <a:t>Infrastructure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8883480" name="image15.png" descr="image15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04899" y="1295400"/>
            <a:ext cx="2636721" cy="26040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939300377" name="image16.png" descr="image16.png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688084" y="1295400"/>
            <a:ext cx="3479936" cy="26040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895493957" name="image17.png" descr="image17.png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7168021" y="1309365"/>
            <a:ext cx="3426399" cy="2606967"/>
          </a:xfrm>
          <a:prstGeom prst="rect">
            <a:avLst/>
          </a:prstGeom>
          <a:ln w="12700">
            <a:miter lim="400000"/>
          </a:ln>
        </p:spPr>
      </p:pic>
      <p:pic>
        <p:nvPicPr>
          <p:cNvPr id="537019757" name="image18.png" descr="image18.png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2431898" y="3916334"/>
            <a:ext cx="3320852" cy="2503516"/>
          </a:xfrm>
          <a:prstGeom prst="rect">
            <a:avLst/>
          </a:prstGeom>
          <a:ln w="12700">
            <a:miter lim="400000"/>
          </a:ln>
        </p:spPr>
      </p:pic>
      <p:pic>
        <p:nvPicPr>
          <p:cNvPr id="1210331013" name="image19.png" descr="image19.png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5752743" y="3881489"/>
            <a:ext cx="3759619" cy="253589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platzhalter 27">
            <a:extLst>
              <a:ext uri="{FF2B5EF4-FFF2-40B4-BE49-F238E27FC236}">
                <a16:creationId xmlns:a16="http://schemas.microsoft.com/office/drawing/2014/main" id="{3A59A0FB-7417-EBCF-65A4-235CD2B1C28B}"/>
              </a:ext>
            </a:extLst>
          </p:cNvPr>
          <p:cNvSpPr txBox="1">
            <a:spLocks/>
          </p:cNvSpPr>
          <p:nvPr/>
        </p:nvSpPr>
        <p:spPr bwMode="auto">
          <a:xfrm>
            <a:off x="518318" y="609943"/>
            <a:ext cx="6844385" cy="2498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600" b="0" lang="zh-CN">
                <a:solidFill>
                  <a:schemeClr val="accent3"/>
                </a:solidFill>
                <a:latin typeface="Microsoft YaHei"/>
                <a:ea typeface="Microsoft YaHei"/>
              </a:rPr>
              <a:t>实验室的工作</a:t>
            </a:r>
          </a:p>
        </p:txBody>
      </p:sp>
      <p:sp>
        <p:nvSpPr>
          <p:cNvPr id="2" name="Titel 26">
            <a:extLst>
              <a:ext uri="{FF2B5EF4-FFF2-40B4-BE49-F238E27FC236}">
                <a16:creationId xmlns:a16="http://schemas.microsoft.com/office/drawing/2014/main" id="{18D21AF3-7BFF-969D-18DE-4ABB7C04837A}"/>
              </a:ext>
            </a:extLst>
          </p:cNvPr>
          <p:cNvSpPr txBox="1">
            <a:spLocks/>
          </p:cNvSpPr>
          <p:nvPr/>
        </p:nvSpPr>
        <p:spPr bwMode="auto">
          <a:xfrm>
            <a:off x="518318" y="301185"/>
            <a:ext cx="6844385" cy="33239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Work at </a:t>
            </a:r>
            <a:r>
              <a:rPr lang="de-DE" dirty="0" err="1"/>
              <a:t>the</a:t>
            </a:r>
            <a:r>
              <a:rPr lang="de-DE" dirty="0"/>
              <a:t> Lab</a:t>
            </a:r>
          </a:p>
        </p:txBody>
      </p:sp>
    </p:spTree>
    <p:extLst>
      <p:ext uri="{BB962C8B-B14F-4D97-AF65-F5344CB8AC3E}">
        <p14:creationId xmlns:p14="http://schemas.microsoft.com/office/powerpoint/2010/main" val="2356199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60590-C436-FD03-51B0-A4A02A071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BC113F-1DCE-20C7-B0B7-731BC7C2E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BE0E66C0-5EFB-44BF-9E06-3075A763EDE2}" type="slidenum">
              <a:rPr lang="de-DE">
                <a:latin typeface="Arial" charset="0"/>
                <a:ea typeface="ＭＳ Ｐゴシック" charset="0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de-DE">
              <a:latin typeface="Arial" charset="0"/>
              <a:ea typeface="ＭＳ Ｐゴシック" charset="0"/>
            </a:endParaRPr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9B583750-F313-3DD6-9EF2-1B87D7F8E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Motion Compensation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84903FE-7A0D-CF1A-CD24-87F07032DD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l="19518" t="13669" r="18855" b="6561"/>
          <a:stretch>
            <a:fillRect/>
          </a:stretch>
        </p:blipFill>
        <p:spPr bwMode="auto">
          <a:xfrm>
            <a:off x="2765176" y="1144635"/>
            <a:ext cx="7263280" cy="52884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97FF575-BECD-075C-DB28-346120619525}"/>
              </a:ext>
            </a:extLst>
          </p:cNvPr>
          <p:cNvSpPr/>
          <p:nvPr/>
        </p:nvSpPr>
        <p:spPr>
          <a:xfrm>
            <a:off x="9467851" y="6408000"/>
            <a:ext cx="1533525" cy="640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8F25CFAF-87FA-BF45-A77E-F443B3882803}"/>
              </a:ext>
            </a:extLst>
          </p:cNvPr>
          <p:cNvGrpSpPr/>
          <p:nvPr/>
        </p:nvGrpSpPr>
        <p:grpSpPr>
          <a:xfrm>
            <a:off x="1820429" y="1401474"/>
            <a:ext cx="9152774" cy="4749688"/>
            <a:chOff x="1515026" y="1743797"/>
            <a:chExt cx="6430680" cy="3215340"/>
          </a:xfrm>
        </p:grpSpPr>
        <p:pic>
          <p:nvPicPr>
            <p:cNvPr id="14" name="Grafik 13">
              <a:extLst>
                <a:ext uri="{FF2B5EF4-FFF2-40B4-BE49-F238E27FC236}">
                  <a16:creationId xmlns:a16="http://schemas.microsoft.com/office/drawing/2014/main" id="{016FA9C2-7FCF-2C1B-5465-7BEFBA1AD0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5026" y="1743797"/>
              <a:ext cx="3215340" cy="3215340"/>
            </a:xfrm>
            <a:prstGeom prst="rect">
              <a:avLst/>
            </a:prstGeom>
          </p:spPr>
        </p:pic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E395111C-CB1B-A930-5AA3-A8DEFF598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0366" y="1743797"/>
              <a:ext cx="3215340" cy="3215340"/>
            </a:xfrm>
            <a:prstGeom prst="rect">
              <a:avLst/>
            </a:prstGeom>
          </p:spPr>
        </p:pic>
      </p:grpSp>
      <p:sp>
        <p:nvSpPr>
          <p:cNvPr id="3075" name="Chinese subheading"/>
          <p:cNvSpPr txBox="1"/>
          <p:nvPr/>
        </p:nvSpPr>
        <p:spPr>
          <a:xfrm>
            <a:off x="520700" y="685800"/>
            <a:ext cx="68453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0" lang="zh-CN">
                <a:solidFill>
                  <a:schemeClr val="accent3"/>
                </a:solidFill>
                <a:latin typeface="Microsoft YaHei"/>
                <a:ea typeface="Microsoft YaHei"/>
              </a:rPr>
              <a:t>运动补偿</a:t>
            </a:r>
          </a:p>
        </p:txBody>
      </p:sp>
    </p:spTree>
    <p:extLst>
      <p:ext uri="{BB962C8B-B14F-4D97-AF65-F5344CB8AC3E}">
        <p14:creationId xmlns:p14="http://schemas.microsoft.com/office/powerpoint/2010/main" val="2674671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569518-45E7-1F64-91C5-AA81D66E0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October 2026</a:t>
            </a:r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A1E675-4E81-5A39-1D63-68EF18E3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Faculty of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95740D-E208-5C84-588B-1E2187860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49F9DF-37BD-4CD6-BF49-65BA579E1D7A}" type="slidenum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ED8C9C4-C951-3069-0080-8EE61C2BA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271593"/>
            <a:ext cx="8346191" cy="664797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Multi-Organ Segmentation</a:t>
            </a:r>
          </a:p>
          <a:p>
            <a:endParaRPr lang="en-US">
              <a:cs typeface="Arial"/>
            </a:endParaRPr>
          </a:p>
        </p:txBody>
      </p:sp>
      <p:pic>
        <p:nvPicPr>
          <p:cNvPr id="10" name="Grafik 29">
            <a:extLst>
              <a:ext uri="{FF2B5EF4-FFF2-40B4-BE49-F238E27FC236}">
                <a16:creationId xmlns:a16="http://schemas.microsoft.com/office/drawing/2014/main" id="{6D0F8D12-BEFD-A285-CA56-93C89EA0D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18317" y="2972744"/>
            <a:ext cx="1916747" cy="1949806"/>
          </a:xfrm>
          <a:prstGeom prst="rect">
            <a:avLst/>
          </a:prstGeom>
        </p:spPr>
      </p:pic>
      <p:pic>
        <p:nvPicPr>
          <p:cNvPr id="11" name="Grafik 30">
            <a:extLst>
              <a:ext uri="{FF2B5EF4-FFF2-40B4-BE49-F238E27FC236}">
                <a16:creationId xmlns:a16="http://schemas.microsoft.com/office/drawing/2014/main" id="{2B5EF385-2CDF-49B5-4DFC-9A29082F4E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676" t="69853" r="53273" b="7290"/>
          <a:stretch/>
        </p:blipFill>
        <p:spPr bwMode="auto">
          <a:xfrm>
            <a:off x="2562801" y="2960693"/>
            <a:ext cx="1916747" cy="1975100"/>
          </a:xfrm>
          <a:prstGeom prst="rect">
            <a:avLst/>
          </a:prstGeom>
        </p:spPr>
      </p:pic>
      <p:pic>
        <p:nvPicPr>
          <p:cNvPr id="12" name="Grafik 25">
            <a:extLst>
              <a:ext uri="{FF2B5EF4-FFF2-40B4-BE49-F238E27FC236}">
                <a16:creationId xmlns:a16="http://schemas.microsoft.com/office/drawing/2014/main" id="{64E82403-4C92-986B-31B4-09DC9282CE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6736881" y="2962085"/>
            <a:ext cx="1916747" cy="1949806"/>
          </a:xfrm>
          <a:prstGeom prst="rect">
            <a:avLst/>
          </a:prstGeom>
        </p:spPr>
      </p:pic>
      <p:pic>
        <p:nvPicPr>
          <p:cNvPr id="13" name="Grafik 27">
            <a:extLst>
              <a:ext uri="{FF2B5EF4-FFF2-40B4-BE49-F238E27FC236}">
                <a16:creationId xmlns:a16="http://schemas.microsoft.com/office/drawing/2014/main" id="{B02C65EC-E0FC-373E-B434-17DD70F5E5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4618796" y="2963795"/>
            <a:ext cx="1916747" cy="1949806"/>
          </a:xfrm>
          <a:prstGeom prst="rect">
            <a:avLst/>
          </a:prstGeom>
        </p:spPr>
      </p:pic>
      <p:grpSp>
        <p:nvGrpSpPr>
          <p:cNvPr id="14" name="Gruppieren 43">
            <a:extLst>
              <a:ext uri="{FF2B5EF4-FFF2-40B4-BE49-F238E27FC236}">
                <a16:creationId xmlns:a16="http://schemas.microsoft.com/office/drawing/2014/main" id="{1E883ED3-D164-E184-561E-24C1BCE582EF}"/>
              </a:ext>
            </a:extLst>
          </p:cNvPr>
          <p:cNvGrpSpPr/>
          <p:nvPr/>
        </p:nvGrpSpPr>
        <p:grpSpPr bwMode="auto">
          <a:xfrm>
            <a:off x="1296225" y="2430262"/>
            <a:ext cx="5191125" cy="297007"/>
            <a:chOff x="6648449" y="1524000"/>
            <a:chExt cx="6404111" cy="520654"/>
          </a:xfrm>
        </p:grpSpPr>
        <p:grpSp>
          <p:nvGrpSpPr>
            <p:cNvPr id="16" name="Gruppieren 22">
              <a:extLst>
                <a:ext uri="{FF2B5EF4-FFF2-40B4-BE49-F238E27FC236}">
                  <a16:creationId xmlns:a16="http://schemas.microsoft.com/office/drawing/2014/main" id="{57E6A091-3D8E-889B-BB3D-406C59BE1BC3}"/>
                </a:ext>
              </a:extLst>
            </p:cNvPr>
            <p:cNvGrpSpPr/>
            <p:nvPr/>
          </p:nvGrpSpPr>
          <p:grpSpPr bwMode="auto">
            <a:xfrm>
              <a:off x="6732088" y="1658392"/>
              <a:ext cx="1018309" cy="283387"/>
              <a:chOff x="6732088" y="1658392"/>
              <a:chExt cx="1018309" cy="283387"/>
            </a:xfrm>
          </p:grpSpPr>
          <p:sp>
            <p:nvSpPr>
              <p:cNvPr id="30" name="Abgerundetes Rechteck 20">
                <a:extLst>
                  <a:ext uri="{FF2B5EF4-FFF2-40B4-BE49-F238E27FC236}">
                    <a16:creationId xmlns:a16="http://schemas.microsoft.com/office/drawing/2014/main" id="{5D1AD455-93E0-60E3-C3E3-064DD9ADF81E}"/>
                  </a:ext>
                </a:extLst>
              </p:cNvPr>
              <p:cNvSpPr/>
              <p:nvPr/>
            </p:nvSpPr>
            <p:spPr bwMode="auto">
              <a:xfrm>
                <a:off x="6732088" y="1658392"/>
                <a:ext cx="381000" cy="270164"/>
              </a:xfrm>
              <a:prstGeom prst="roundRect">
                <a:avLst>
                  <a:gd name="adj" fmla="val 16667"/>
                </a:avLst>
              </a:prstGeom>
              <a:solidFill>
                <a:srgbClr val="D4D49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0" tIns="180000" rIns="180000" bIns="180000"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31" name="Textfeld 21">
                <a:extLst>
                  <a:ext uri="{FF2B5EF4-FFF2-40B4-BE49-F238E27FC236}">
                    <a16:creationId xmlns:a16="http://schemas.microsoft.com/office/drawing/2014/main" id="{03B3E569-38C7-601D-67C5-A82C452CF6D1}"/>
                  </a:ext>
                </a:extLst>
              </p:cNvPr>
              <p:cNvSpPr txBox="1"/>
              <p:nvPr/>
            </p:nvSpPr>
            <p:spPr bwMode="auto">
              <a:xfrm>
                <a:off x="7220253" y="1658392"/>
                <a:ext cx="530144" cy="2833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Bone</a:t>
                </a: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endParaRPr>
              </a:p>
            </p:txBody>
          </p:sp>
        </p:grpSp>
        <p:grpSp>
          <p:nvGrpSpPr>
            <p:cNvPr id="17" name="Gruppieren 23">
              <a:extLst>
                <a:ext uri="{FF2B5EF4-FFF2-40B4-BE49-F238E27FC236}">
                  <a16:creationId xmlns:a16="http://schemas.microsoft.com/office/drawing/2014/main" id="{7C3658D2-0956-AAF7-ADEB-0292BB96D53C}"/>
                </a:ext>
              </a:extLst>
            </p:cNvPr>
            <p:cNvGrpSpPr/>
            <p:nvPr/>
          </p:nvGrpSpPr>
          <p:grpSpPr bwMode="auto">
            <a:xfrm>
              <a:off x="7844678" y="1658392"/>
              <a:ext cx="1176029" cy="283387"/>
              <a:chOff x="7844678" y="1658392"/>
              <a:chExt cx="1176029" cy="283387"/>
            </a:xfrm>
          </p:grpSpPr>
          <p:sp>
            <p:nvSpPr>
              <p:cNvPr id="28" name="Abgerundetes Rechteck 26">
                <a:extLst>
                  <a:ext uri="{FF2B5EF4-FFF2-40B4-BE49-F238E27FC236}">
                    <a16:creationId xmlns:a16="http://schemas.microsoft.com/office/drawing/2014/main" id="{AE9DCF83-EC3F-9F5B-B581-22D2EA53DAED}"/>
                  </a:ext>
                </a:extLst>
              </p:cNvPr>
              <p:cNvSpPr/>
              <p:nvPr/>
            </p:nvSpPr>
            <p:spPr bwMode="auto">
              <a:xfrm>
                <a:off x="7844678" y="1658392"/>
                <a:ext cx="381000" cy="270164"/>
              </a:xfrm>
              <a:prstGeom prst="roundRect">
                <a:avLst>
                  <a:gd name="adj" fmla="val 16667"/>
                </a:avLst>
              </a:prstGeom>
              <a:solidFill>
                <a:srgbClr val="85739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0" tIns="180000" rIns="180000" bIns="180000"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8BD874F4-E1E6-EFFB-7A93-5D4D96FB86B8}"/>
                  </a:ext>
                </a:extLst>
              </p:cNvPr>
              <p:cNvSpPr txBox="1"/>
              <p:nvPr/>
            </p:nvSpPr>
            <p:spPr bwMode="auto">
              <a:xfrm>
                <a:off x="8332843" y="1658392"/>
                <a:ext cx="687864" cy="2833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Kidney</a:t>
                </a: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endParaRPr>
              </a:p>
            </p:txBody>
          </p:sp>
        </p:grpSp>
        <p:grpSp>
          <p:nvGrpSpPr>
            <p:cNvPr id="18" name="Gruppieren 31">
              <a:extLst>
                <a:ext uri="{FF2B5EF4-FFF2-40B4-BE49-F238E27FC236}">
                  <a16:creationId xmlns:a16="http://schemas.microsoft.com/office/drawing/2014/main" id="{D3DEFEC7-E698-CE2B-95C8-E4BC7088A473}"/>
                </a:ext>
              </a:extLst>
            </p:cNvPr>
            <p:cNvGrpSpPr/>
            <p:nvPr/>
          </p:nvGrpSpPr>
          <p:grpSpPr bwMode="auto">
            <a:xfrm>
              <a:off x="9114988" y="1658392"/>
              <a:ext cx="999392" cy="283387"/>
              <a:chOff x="9114988" y="1658392"/>
              <a:chExt cx="999392" cy="283387"/>
            </a:xfrm>
          </p:grpSpPr>
          <p:sp>
            <p:nvSpPr>
              <p:cNvPr id="26" name="Abgerundetes Rechteck 34">
                <a:extLst>
                  <a:ext uri="{FF2B5EF4-FFF2-40B4-BE49-F238E27FC236}">
                    <a16:creationId xmlns:a16="http://schemas.microsoft.com/office/drawing/2014/main" id="{68087FC9-D126-7F61-5EFE-F5A46AB28419}"/>
                  </a:ext>
                </a:extLst>
              </p:cNvPr>
              <p:cNvSpPr/>
              <p:nvPr/>
            </p:nvSpPr>
            <p:spPr bwMode="auto">
              <a:xfrm>
                <a:off x="9114988" y="1658392"/>
                <a:ext cx="381000" cy="270164"/>
              </a:xfrm>
              <a:prstGeom prst="roundRect">
                <a:avLst>
                  <a:gd name="adj" fmla="val 16667"/>
                </a:avLst>
              </a:prstGeom>
              <a:solidFill>
                <a:srgbClr val="507E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0" tIns="180000" rIns="180000" bIns="180000"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27" name="Textfeld 35">
                <a:extLst>
                  <a:ext uri="{FF2B5EF4-FFF2-40B4-BE49-F238E27FC236}">
                    <a16:creationId xmlns:a16="http://schemas.microsoft.com/office/drawing/2014/main" id="{F5AA310F-FBD4-F799-37D7-E6A9E4065BA8}"/>
                  </a:ext>
                </a:extLst>
              </p:cNvPr>
              <p:cNvSpPr txBox="1"/>
              <p:nvPr/>
            </p:nvSpPr>
            <p:spPr bwMode="auto">
              <a:xfrm>
                <a:off x="9603153" y="1658392"/>
                <a:ext cx="511227" cy="2833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Liver</a:t>
                </a: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endParaRPr>
              </a:p>
            </p:txBody>
          </p:sp>
        </p:grpSp>
        <p:grpSp>
          <p:nvGrpSpPr>
            <p:cNvPr id="19" name="Gruppieren 36">
              <a:extLst>
                <a:ext uri="{FF2B5EF4-FFF2-40B4-BE49-F238E27FC236}">
                  <a16:creationId xmlns:a16="http://schemas.microsoft.com/office/drawing/2014/main" id="{47D17460-47A4-255E-2852-25AC119AE309}"/>
                </a:ext>
              </a:extLst>
            </p:cNvPr>
            <p:cNvGrpSpPr/>
            <p:nvPr/>
          </p:nvGrpSpPr>
          <p:grpSpPr bwMode="auto">
            <a:xfrm>
              <a:off x="10208661" y="1658392"/>
              <a:ext cx="999392" cy="283387"/>
              <a:chOff x="10208661" y="1658392"/>
              <a:chExt cx="999392" cy="283387"/>
            </a:xfrm>
          </p:grpSpPr>
          <p:sp>
            <p:nvSpPr>
              <p:cNvPr id="24" name="Abgerundetes Rechteck 37">
                <a:extLst>
                  <a:ext uri="{FF2B5EF4-FFF2-40B4-BE49-F238E27FC236}">
                    <a16:creationId xmlns:a16="http://schemas.microsoft.com/office/drawing/2014/main" id="{B5ED0792-387C-2230-48E0-453FAAFFB594}"/>
                  </a:ext>
                </a:extLst>
              </p:cNvPr>
              <p:cNvSpPr/>
              <p:nvPr/>
            </p:nvSpPr>
            <p:spPr bwMode="auto">
              <a:xfrm>
                <a:off x="10208661" y="1658392"/>
                <a:ext cx="381000" cy="270164"/>
              </a:xfrm>
              <a:prstGeom prst="roundRect">
                <a:avLst>
                  <a:gd name="adj" fmla="val 16667"/>
                </a:avLst>
              </a:prstGeom>
              <a:solidFill>
                <a:srgbClr val="3E545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0" tIns="180000" rIns="180000" bIns="180000"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25" name="Textfeld 38">
                <a:extLst>
                  <a:ext uri="{FF2B5EF4-FFF2-40B4-BE49-F238E27FC236}">
                    <a16:creationId xmlns:a16="http://schemas.microsoft.com/office/drawing/2014/main" id="{8F69D5DB-BB68-48A5-B57D-A7F469D9CBDF}"/>
                  </a:ext>
                </a:extLst>
              </p:cNvPr>
              <p:cNvSpPr txBox="1"/>
              <p:nvPr/>
            </p:nvSpPr>
            <p:spPr bwMode="auto">
              <a:xfrm>
                <a:off x="10696826" y="1658392"/>
                <a:ext cx="511227" cy="2833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Lung</a:t>
                </a: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endParaRPr>
              </a:p>
            </p:txBody>
          </p:sp>
        </p:grpSp>
        <p:grpSp>
          <p:nvGrpSpPr>
            <p:cNvPr id="20" name="Gruppieren 39">
              <a:extLst>
                <a:ext uri="{FF2B5EF4-FFF2-40B4-BE49-F238E27FC236}">
                  <a16:creationId xmlns:a16="http://schemas.microsoft.com/office/drawing/2014/main" id="{1357FCFE-B95E-4517-221D-D174790315FB}"/>
                </a:ext>
              </a:extLst>
            </p:cNvPr>
            <p:cNvGrpSpPr/>
            <p:nvPr/>
          </p:nvGrpSpPr>
          <p:grpSpPr bwMode="auto">
            <a:xfrm>
              <a:off x="11302335" y="1658392"/>
              <a:ext cx="1750225" cy="283387"/>
              <a:chOff x="11302335" y="1658392"/>
              <a:chExt cx="1750225" cy="283387"/>
            </a:xfrm>
          </p:grpSpPr>
          <p:sp>
            <p:nvSpPr>
              <p:cNvPr id="22" name="Abgerundetes Rechteck 40">
                <a:extLst>
                  <a:ext uri="{FF2B5EF4-FFF2-40B4-BE49-F238E27FC236}">
                    <a16:creationId xmlns:a16="http://schemas.microsoft.com/office/drawing/2014/main" id="{EF03DC94-C699-9A64-B9AB-1E76EA4EE393}"/>
                  </a:ext>
                </a:extLst>
              </p:cNvPr>
              <p:cNvSpPr/>
              <p:nvPr/>
            </p:nvSpPr>
            <p:spPr bwMode="auto">
              <a:xfrm>
                <a:off x="11302335" y="1658392"/>
                <a:ext cx="381000" cy="270164"/>
              </a:xfrm>
              <a:prstGeom prst="roundRect">
                <a:avLst>
                  <a:gd name="adj" fmla="val 16667"/>
                </a:avLst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0" tIns="180000" rIns="180000" bIns="180000"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23" name="Textfeld 41">
                <a:extLst>
                  <a:ext uri="{FF2B5EF4-FFF2-40B4-BE49-F238E27FC236}">
                    <a16:creationId xmlns:a16="http://schemas.microsoft.com/office/drawing/2014/main" id="{2EEF990C-0503-4BC1-FFDD-2BBC075F374B}"/>
                  </a:ext>
                </a:extLst>
              </p:cNvPr>
              <p:cNvSpPr txBox="1"/>
              <p:nvPr/>
            </p:nvSpPr>
            <p:spPr bwMode="auto">
              <a:xfrm>
                <a:off x="11790500" y="1658392"/>
                <a:ext cx="1262060" cy="2833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MCW-Object</a:t>
                </a: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endParaRPr>
              </a:p>
            </p:txBody>
          </p:sp>
        </p:grpSp>
        <p:sp>
          <p:nvSpPr>
            <p:cNvPr id="21" name="Abgerundetes Rechteck 42">
              <a:extLst>
                <a:ext uri="{FF2B5EF4-FFF2-40B4-BE49-F238E27FC236}">
                  <a16:creationId xmlns:a16="http://schemas.microsoft.com/office/drawing/2014/main" id="{032E20B7-EE12-BB9E-6D1F-7480854E5684}"/>
                </a:ext>
              </a:extLst>
            </p:cNvPr>
            <p:cNvSpPr/>
            <p:nvPr/>
          </p:nvSpPr>
          <p:spPr bwMode="auto">
            <a:xfrm>
              <a:off x="6648449" y="1524000"/>
              <a:ext cx="6404111" cy="520654"/>
            </a:xfrm>
            <a:prstGeom prst="roundRect">
              <a:avLst>
                <a:gd name="adj" fmla="val 16667"/>
              </a:avLst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F6696D6-57C5-301E-C371-143C5FAFAE7C}"/>
              </a:ext>
            </a:extLst>
          </p:cNvPr>
          <p:cNvGrpSpPr/>
          <p:nvPr/>
        </p:nvGrpSpPr>
        <p:grpSpPr>
          <a:xfrm>
            <a:off x="8883399" y="1897056"/>
            <a:ext cx="2969988" cy="4120589"/>
            <a:chOff x="8136263" y="1405181"/>
            <a:chExt cx="3756971" cy="4932556"/>
          </a:xfrm>
        </p:grpSpPr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F3C9EA45-E123-C73C-E052-471ED5DB43E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753" r="33157"/>
            <a:stretch/>
          </p:blipFill>
          <p:spPr>
            <a:xfrm>
              <a:off x="10155476" y="1405181"/>
              <a:ext cx="1737758" cy="4932556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3D9040D5-FBE4-F4B0-EC0F-66BA8762551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434" r="31645"/>
            <a:stretch/>
          </p:blipFill>
          <p:spPr>
            <a:xfrm>
              <a:off x="8136263" y="1405181"/>
              <a:ext cx="1843608" cy="4932556"/>
            </a:xfrm>
            <a:prstGeom prst="rect">
              <a:avLst/>
            </a:prstGeom>
          </p:spPr>
        </p:pic>
      </p:grp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6D90FBB8-1FFC-E00A-79E8-1B15F1A5274A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sz="1600" b="0" lang="zh-CN">
                <a:solidFill>
                  <a:schemeClr val="accent3"/>
                </a:solidFill>
                <a:latin typeface="Microsoft YaHei"/>
                <a:ea typeface="Microsoft YaHei"/>
              </a:rPr>
              <a:t>多器官分割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580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95A8B9-0220-19E3-6FE4-03018E074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 smtClean="0"/>
              <a:t>October 2026</a:t>
            </a:r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5E5956-582C-90C4-AAEC-0757D897F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Faculty of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3BB060-C967-7F6D-C412-17B2B1BE6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49F9DF-37BD-4CD6-BF49-65BA579E1D7A}" type="slidenum">
              <a:rPr lang="de-DE" smtClean="0"/>
              <a:t>12</a:t>
            </a:fld>
            <a:endParaRPr lang="de-DE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68F739A-56AB-38CC-AED7-D4EDD438D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50 Years in a Nutshell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70F3288-861C-C784-1EB1-7A389DB3A62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sz="1600" b="0" lang="zh-CN">
                <a:solidFill>
                  <a:schemeClr val="accent3"/>
                </a:solidFill>
                <a:latin typeface="Microsoft YaHei"/>
                <a:ea typeface="Microsoft YaHei"/>
              </a:rPr>
              <a:t>五十年历程概览</a:t>
            </a:r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851BB61-1B18-1905-1125-2C2C49EEA8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1851" y="1661843"/>
            <a:ext cx="7772400" cy="4248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0264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F25BA-1FA6-B030-F4CD-5F81E33FC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36.png">
            <a:extLst>
              <a:ext uri="{FF2B5EF4-FFF2-40B4-BE49-F238E27FC236}">
                <a16:creationId xmlns:a16="http://schemas.microsoft.com/office/drawing/2014/main" id="{4F0F90AD-6A70-7D3E-C9B6-C47C9A454F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C29D513-D39C-EFE3-09C6-028B112C6C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106" y="1406617"/>
            <a:ext cx="9268903" cy="5047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41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2E2FD-BC0C-087B-6CD0-92E630EBB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45.png">
            <a:extLst>
              <a:ext uri="{FF2B5EF4-FFF2-40B4-BE49-F238E27FC236}">
                <a16:creationId xmlns:a16="http://schemas.microsoft.com/office/drawing/2014/main" id="{39149C89-CEED-C255-D070-C7A02F8D50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1742B05-7C3A-D244-AB5F-5D840B9E57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675" y="1442465"/>
            <a:ext cx="9720649" cy="4968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3419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E09DCA-421F-3094-C3C5-8EACC8763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en-US" dirty="0"/>
              <a:t>NHR @ FAU – Equipment Snapshot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0E80B03-1873-A256-DB3A-22E670A73E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62950" indent="-285750">
              <a:buFont typeface="Arial" panose="020B0604020202020204" pitchFamily="34" charset="0"/>
              <a:buChar char="•"/>
            </a:pPr>
            <a:r>
              <a:rPr lang="en-US" sz="2800" dirty="0"/>
              <a:t>Main GPU Clusters Alex and Helma:</a:t>
            </a:r>
          </a:p>
          <a:p>
            <a:pPr marL="645750" lvl="2" indent="-285750">
              <a:buFont typeface="Arial" panose="020B0604020202020204" pitchFamily="34" charset="0"/>
              <a:buChar char="•"/>
            </a:pPr>
            <a:r>
              <a:rPr lang="en-US" sz="2600" dirty="0"/>
              <a:t>Alex runs A100 40 GB and A40 GPUs.</a:t>
            </a:r>
          </a:p>
          <a:p>
            <a:pPr marL="645750" lvl="2" indent="-285750">
              <a:buFont typeface="Arial" panose="020B0604020202020204" pitchFamily="34" charset="0"/>
              <a:buChar char="•"/>
            </a:pPr>
            <a:r>
              <a:rPr lang="en-US" sz="2600" dirty="0"/>
              <a:t>Helma GPUs are Nvidia H100 and H200 accelerators.</a:t>
            </a:r>
          </a:p>
          <a:p>
            <a:pPr marL="562950" indent="-285750">
              <a:buFont typeface="Arial" panose="020B0604020202020204" pitchFamily="34" charset="0"/>
              <a:buChar char="•"/>
            </a:pPr>
            <a:r>
              <a:rPr lang="en-US" sz="2800" dirty="0"/>
              <a:t>One Helma node is exclusively reserved for LME</a:t>
            </a:r>
          </a:p>
          <a:p>
            <a:pPr marL="562950" indent="-285750">
              <a:buFont typeface="Arial" panose="020B0604020202020204" pitchFamily="34" charset="0"/>
              <a:buChar char="•"/>
            </a:pPr>
            <a:r>
              <a:rPr lang="en-US" sz="2800" dirty="0"/>
              <a:t>Total NHR GPU count across projects is 2000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02909C-EB51-5AEE-41BF-B59F60E00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57505759-488D-D945-AFDA-1DEBDABF038A}" type="slidenum">
              <a:rPr lang="de-DE" smtClean="0"/>
              <a:pPr>
                <a:defRPr/>
              </a:pPr>
              <a:t>18</a:t>
            </a:fld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AD20A83-0749-3F52-CC35-B9EDF36F2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7369" y="1180109"/>
            <a:ext cx="4378922" cy="632511"/>
          </a:xfrm>
          <a:prstGeom prst="rect">
            <a:avLst/>
          </a:prstGeom>
        </p:spPr>
      </p:pic>
      <p:pic>
        <p:nvPicPr>
          <p:cNvPr id="6" name="Image 0" descr="/mnt/data/rrze.png">
            <a:extLst>
              <a:ext uri="{FF2B5EF4-FFF2-40B4-BE49-F238E27FC236}">
                <a16:creationId xmlns:a16="http://schemas.microsoft.com/office/drawing/2014/main" id="{65D19E66-1723-54B9-7192-824F94CF7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749" y="244024"/>
            <a:ext cx="1051560" cy="448666"/>
          </a:xfrm>
          <a:prstGeom prst="rect">
            <a:avLst/>
          </a:prstGeom>
        </p:spPr>
      </p:pic>
      <p:sp>
        <p:nvSpPr>
          <p:cNvPr id="7" name="Chinese subheading"/>
          <p:cNvSpPr txBox="1"/>
          <p:nvPr/>
        </p:nvSpPr>
        <p:spPr>
          <a:xfrm>
            <a:off x="520700" y="685800"/>
            <a:ext cx="68453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0" lang="zh-CN">
                <a:solidFill>
                  <a:schemeClr val="accent3"/>
                </a:solidFill>
                <a:latin typeface="Microsoft YaHei"/>
                <a:ea typeface="Microsoft YaHei"/>
              </a:rPr>
              <a:t>NHR@FAU高性能计算中心：设备概览</a:t>
            </a:r>
          </a:p>
        </p:txBody>
      </p:sp>
    </p:spTree>
    <p:extLst>
      <p:ext uri="{BB962C8B-B14F-4D97-AF65-F5344CB8AC3E}">
        <p14:creationId xmlns:p14="http://schemas.microsoft.com/office/powerpoint/2010/main" val="35546826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6671A9-1E79-9FF8-19F3-5C3C56D8A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997196"/>
          </a:xfrm>
        </p:spPr>
        <p:txBody>
          <a:bodyPr/>
          <a:lstStyle/>
          <a:p>
            <a:r>
              <a:rPr lang="en-US" dirty="0"/>
              <a:t>Cooperations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653" name="Foliennummer"/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20</a:t>
            </a:fld>
            <a:endParaRPr/>
          </a:p>
        </p:txBody>
      </p:sp>
      <p:pic>
        <p:nvPicPr>
          <p:cNvPr id="654" name="image53.jpeg" descr="image5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318" y="1397432"/>
            <a:ext cx="7924800" cy="4889840"/>
          </a:xfrm>
          <a:prstGeom prst="rect">
            <a:avLst/>
          </a:prstGeom>
          <a:ln w="12700">
            <a:miter lim="400000"/>
          </a:ln>
        </p:spPr>
      </p:pic>
      <p:sp>
        <p:nvSpPr>
          <p:cNvPr id="655" name="Stern"/>
          <p:cNvSpPr/>
          <p:nvPr/>
        </p:nvSpPr>
        <p:spPr>
          <a:xfrm>
            <a:off x="4404518" y="3073832"/>
            <a:ext cx="152400" cy="1524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656" name="Stern"/>
          <p:cNvSpPr/>
          <p:nvPr/>
        </p:nvSpPr>
        <p:spPr>
          <a:xfrm>
            <a:off x="4480718" y="2997632"/>
            <a:ext cx="152400" cy="1524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657" name="Stern"/>
          <p:cNvSpPr/>
          <p:nvPr/>
        </p:nvSpPr>
        <p:spPr>
          <a:xfrm>
            <a:off x="4633118" y="3150032"/>
            <a:ext cx="152400" cy="1524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658" name="Stern"/>
          <p:cNvSpPr/>
          <p:nvPr/>
        </p:nvSpPr>
        <p:spPr>
          <a:xfrm>
            <a:off x="4709318" y="3073832"/>
            <a:ext cx="152400" cy="1524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659" name="Stern"/>
          <p:cNvSpPr/>
          <p:nvPr/>
        </p:nvSpPr>
        <p:spPr>
          <a:xfrm>
            <a:off x="4785518" y="3073832"/>
            <a:ext cx="152400" cy="1524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660" name="Stern"/>
          <p:cNvSpPr/>
          <p:nvPr/>
        </p:nvSpPr>
        <p:spPr>
          <a:xfrm>
            <a:off x="4633118" y="2997632"/>
            <a:ext cx="152400" cy="1524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661" name="Stern"/>
          <p:cNvSpPr/>
          <p:nvPr/>
        </p:nvSpPr>
        <p:spPr>
          <a:xfrm>
            <a:off x="4709318" y="2692832"/>
            <a:ext cx="152400" cy="1524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662" name="Stern"/>
          <p:cNvSpPr/>
          <p:nvPr/>
        </p:nvSpPr>
        <p:spPr>
          <a:xfrm>
            <a:off x="4556918" y="2896355"/>
            <a:ext cx="152400" cy="152401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663" name="Stern"/>
          <p:cNvSpPr/>
          <p:nvPr/>
        </p:nvSpPr>
        <p:spPr>
          <a:xfrm>
            <a:off x="4404518" y="2910822"/>
            <a:ext cx="152400" cy="152401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664" name="Stern"/>
          <p:cNvSpPr/>
          <p:nvPr/>
        </p:nvSpPr>
        <p:spPr>
          <a:xfrm>
            <a:off x="4175918" y="3226232"/>
            <a:ext cx="152400" cy="1524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665" name="Stern"/>
          <p:cNvSpPr/>
          <p:nvPr/>
        </p:nvSpPr>
        <p:spPr>
          <a:xfrm>
            <a:off x="2956718" y="3097285"/>
            <a:ext cx="152400" cy="152401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666" name="Stern"/>
          <p:cNvSpPr/>
          <p:nvPr/>
        </p:nvSpPr>
        <p:spPr>
          <a:xfrm>
            <a:off x="2880518" y="3217766"/>
            <a:ext cx="152400" cy="152401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667" name="Stern"/>
          <p:cNvSpPr/>
          <p:nvPr/>
        </p:nvSpPr>
        <p:spPr>
          <a:xfrm>
            <a:off x="2651918" y="3132041"/>
            <a:ext cx="152400" cy="152401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668" name="Stern"/>
          <p:cNvSpPr/>
          <p:nvPr/>
        </p:nvSpPr>
        <p:spPr>
          <a:xfrm>
            <a:off x="1889918" y="3208241"/>
            <a:ext cx="152400" cy="152401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669" name="Stern"/>
          <p:cNvSpPr/>
          <p:nvPr/>
        </p:nvSpPr>
        <p:spPr>
          <a:xfrm>
            <a:off x="1889918" y="3244922"/>
            <a:ext cx="152400" cy="152401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670" name="Stern"/>
          <p:cNvSpPr/>
          <p:nvPr/>
        </p:nvSpPr>
        <p:spPr>
          <a:xfrm>
            <a:off x="5095081" y="2771414"/>
            <a:ext cx="152401" cy="152401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671" name="Stern"/>
          <p:cNvSpPr/>
          <p:nvPr/>
        </p:nvSpPr>
        <p:spPr>
          <a:xfrm>
            <a:off x="4533106" y="3062625"/>
            <a:ext cx="152401" cy="152401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672" name="Stern"/>
          <p:cNvSpPr/>
          <p:nvPr/>
        </p:nvSpPr>
        <p:spPr>
          <a:xfrm>
            <a:off x="7300118" y="3244922"/>
            <a:ext cx="152400" cy="152401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673" name="Stern"/>
          <p:cNvSpPr/>
          <p:nvPr/>
        </p:nvSpPr>
        <p:spPr>
          <a:xfrm>
            <a:off x="7071518" y="3249685"/>
            <a:ext cx="152400" cy="152401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674" name="Stern"/>
          <p:cNvSpPr/>
          <p:nvPr/>
        </p:nvSpPr>
        <p:spPr>
          <a:xfrm>
            <a:off x="6766718" y="3607232"/>
            <a:ext cx="152400" cy="1524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675" name="Stern"/>
          <p:cNvSpPr/>
          <p:nvPr/>
        </p:nvSpPr>
        <p:spPr>
          <a:xfrm>
            <a:off x="6766718" y="3132041"/>
            <a:ext cx="152400" cy="152401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676" name="Stern"/>
          <p:cNvSpPr/>
          <p:nvPr/>
        </p:nvSpPr>
        <p:spPr>
          <a:xfrm>
            <a:off x="6926262" y="3378632"/>
            <a:ext cx="152401" cy="1524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677" name="Stern"/>
          <p:cNvSpPr/>
          <p:nvPr/>
        </p:nvSpPr>
        <p:spPr>
          <a:xfrm>
            <a:off x="7528718" y="4978832"/>
            <a:ext cx="152400" cy="1524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678" name="Stern"/>
          <p:cNvSpPr/>
          <p:nvPr/>
        </p:nvSpPr>
        <p:spPr>
          <a:xfrm>
            <a:off x="7604918" y="4902632"/>
            <a:ext cx="152400" cy="1524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679" name="Stern"/>
          <p:cNvSpPr/>
          <p:nvPr/>
        </p:nvSpPr>
        <p:spPr>
          <a:xfrm>
            <a:off x="5166518" y="4140632"/>
            <a:ext cx="152400" cy="1524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680" name="Stern"/>
          <p:cNvSpPr/>
          <p:nvPr/>
        </p:nvSpPr>
        <p:spPr>
          <a:xfrm>
            <a:off x="3337718" y="4816907"/>
            <a:ext cx="152400" cy="1524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681" name="Stern"/>
          <p:cNvSpPr/>
          <p:nvPr/>
        </p:nvSpPr>
        <p:spPr>
          <a:xfrm>
            <a:off x="2813843" y="3988232"/>
            <a:ext cx="152400" cy="1524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682" name="Stern"/>
          <p:cNvSpPr/>
          <p:nvPr/>
        </p:nvSpPr>
        <p:spPr>
          <a:xfrm>
            <a:off x="7209509" y="3284441"/>
            <a:ext cx="152401" cy="152401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F5A52F-771D-3208-D292-108EE6B3235F}"/>
              </a:ext>
            </a:extLst>
          </p:cNvPr>
          <p:cNvSpPr txBox="1"/>
          <p:nvPr/>
        </p:nvSpPr>
        <p:spPr>
          <a:xfrm>
            <a:off x="8571706" y="1485518"/>
            <a:ext cx="3526606" cy="311213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600" dirty="0">
                <a:solidFill>
                  <a:prstClr val="black"/>
                </a:solidFill>
                <a:latin typeface="Arial"/>
              </a:rPr>
              <a:t>Recent new cooperation sites</a:t>
            </a:r>
            <a:br>
              <a:rPr lang="en-US" sz="1600" dirty="0">
                <a:solidFill>
                  <a:prstClr val="black"/>
                </a:solidFill>
                <a:latin typeface="Arial"/>
              </a:rPr>
            </a:br>
            <a:r>
              <a:rPr lang="en-US" sz="1600" dirty="0">
                <a:solidFill>
                  <a:prstClr val="black"/>
                </a:solidFill>
                <a:latin typeface="Arial"/>
              </a:rPr>
              <a:t>(in close </a:t>
            </a:r>
            <a:r>
              <a:rPr lang="en-US" sz="1600" dirty="0" err="1">
                <a:solidFill>
                  <a:prstClr val="black"/>
                </a:solidFill>
                <a:latin typeface="Arial"/>
              </a:rPr>
              <a:t>collaboration</a:t>
            </a:r>
            <a:r>
              <a:rPr lang="en-US" sz="1600" dirty="0">
                <a:solidFill>
                  <a:prstClr val="black"/>
                </a:solidFill>
                <a:latin typeface="Arial"/>
              </a:rPr>
              <a:t> w. R. </a:t>
            </a:r>
            <a:r>
              <a:rPr lang="en-US" sz="1600" dirty="0" err="1">
                <a:solidFill>
                  <a:prstClr val="black"/>
                </a:solidFill>
                <a:latin typeface="Arial"/>
              </a:rPr>
              <a:t>Jerecic</a:t>
            </a:r>
            <a:r>
              <a:rPr lang="en-US" sz="1600" dirty="0">
                <a:solidFill>
                  <a:prstClr val="black"/>
                </a:solidFill>
                <a:latin typeface="Arial"/>
              </a:rPr>
              <a:t>):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600" dirty="0">
                <a:solidFill>
                  <a:prstClr val="black"/>
                </a:solidFill>
                <a:latin typeface="Arial"/>
              </a:rPr>
              <a:t>Shanghai Chest</a:t>
            </a:r>
            <a:br>
              <a:rPr lang="en-US" sz="1600" dirty="0">
                <a:solidFill>
                  <a:prstClr val="black"/>
                </a:solidFill>
                <a:latin typeface="Arial"/>
              </a:rPr>
            </a:br>
            <a:r>
              <a:rPr lang="en-US" sz="1600" dirty="0">
                <a:solidFill>
                  <a:prstClr val="black"/>
                </a:solidFill>
                <a:latin typeface="Arial"/>
              </a:rPr>
              <a:t>West China Hospital</a:t>
            </a:r>
            <a:br>
              <a:rPr lang="en-US" sz="1600" dirty="0">
                <a:solidFill>
                  <a:prstClr val="black"/>
                </a:solidFill>
                <a:latin typeface="Arial"/>
              </a:rPr>
            </a:br>
            <a:r>
              <a:rPr lang="en-US" sz="1600" dirty="0">
                <a:solidFill>
                  <a:prstClr val="black"/>
                </a:solidFill>
                <a:latin typeface="Arial"/>
              </a:rPr>
              <a:t>Peking Union Medical College Hospital</a:t>
            </a:r>
            <a:br>
              <a:rPr lang="en-US" sz="1600" dirty="0">
                <a:solidFill>
                  <a:prstClr val="black"/>
                </a:solidFill>
                <a:latin typeface="Arial"/>
              </a:rPr>
            </a:br>
            <a:br>
              <a:rPr lang="en-US" sz="1600" dirty="0">
                <a:solidFill>
                  <a:prstClr val="black"/>
                </a:solidFill>
                <a:latin typeface="Arial"/>
              </a:rPr>
            </a:br>
            <a:r>
              <a:rPr lang="en-US" sz="1600" dirty="0">
                <a:solidFill>
                  <a:prstClr val="black"/>
                </a:solidFill>
                <a:latin typeface="Arial"/>
              </a:rPr>
              <a:t>IIT Bengaluru</a:t>
            </a:r>
            <a:br>
              <a:rPr lang="en-US" sz="1600" dirty="0">
                <a:solidFill>
                  <a:prstClr val="black"/>
                </a:solidFill>
                <a:latin typeface="Arial"/>
              </a:rPr>
            </a:br>
            <a:r>
              <a:rPr lang="en-US" sz="1600" dirty="0">
                <a:solidFill>
                  <a:prstClr val="black"/>
                </a:solidFill>
                <a:latin typeface="Arial"/>
              </a:rPr>
              <a:t>NIMHANS</a:t>
            </a:r>
            <a:br>
              <a:rPr lang="en-US" sz="1600" dirty="0">
                <a:solidFill>
                  <a:prstClr val="black"/>
                </a:solidFill>
                <a:latin typeface="Arial"/>
              </a:rPr>
            </a:br>
            <a:r>
              <a:rPr lang="en-US" sz="1600" dirty="0">
                <a:solidFill>
                  <a:prstClr val="black"/>
                </a:solidFill>
                <a:latin typeface="Arial"/>
              </a:rPr>
              <a:t>Center for Brain Research</a:t>
            </a:r>
            <a:br>
              <a:rPr lang="en-US" sz="1600" dirty="0">
                <a:solidFill>
                  <a:prstClr val="black"/>
                </a:solidFill>
                <a:latin typeface="Arial"/>
              </a:rPr>
            </a:br>
            <a:br>
              <a:rPr lang="en-US" sz="1600" dirty="0">
                <a:solidFill>
                  <a:prstClr val="black"/>
                </a:solidFill>
                <a:latin typeface="Arial"/>
              </a:rPr>
            </a:br>
            <a:r>
              <a:rPr lang="en-US" sz="1600" dirty="0">
                <a:solidFill>
                  <a:prstClr val="black"/>
                </a:solidFill>
                <a:latin typeface="Arial"/>
              </a:rPr>
              <a:t>University of Alberta / Edmonton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Stern">
            <a:extLst>
              <a:ext uri="{FF2B5EF4-FFF2-40B4-BE49-F238E27FC236}">
                <a16:creationId xmlns:a16="http://schemas.microsoft.com/office/drawing/2014/main" id="{994739E2-678E-8D3B-A956-52A32461D3AD}"/>
              </a:ext>
            </a:extLst>
          </p:cNvPr>
          <p:cNvSpPr/>
          <p:nvPr/>
        </p:nvSpPr>
        <p:spPr>
          <a:xfrm>
            <a:off x="2268537" y="2650828"/>
            <a:ext cx="152400" cy="152401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683" name="Chinese subheading"/>
          <p:cNvSpPr txBox="1"/>
          <p:nvPr/>
        </p:nvSpPr>
        <p:spPr>
          <a:xfrm>
            <a:off x="520700" y="685800"/>
            <a:ext cx="68453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0" lang="zh-CN">
                <a:solidFill>
                  <a:schemeClr val="accent3"/>
                </a:solidFill>
                <a:latin typeface="Microsoft YaHei"/>
                <a:ea typeface="Microsoft YaHei"/>
              </a:rPr>
              <a:t>合作伙伴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29C2250-ACE5-8B87-8403-07777DFF5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October 2026</a:t>
            </a:r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5193068-411F-23E7-709B-9387465B5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Faculty of Engineering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4CC7C7B-470B-1F18-9CB2-BC02E0BAE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4</a:t>
            </a:fld>
            <a:endParaRPr lang="de-DE"/>
          </a:p>
        </p:txBody>
      </p:sp>
      <p:sp>
        <p:nvSpPr>
          <p:cNvPr id="34" name="Textplatzhalter 33">
            <a:extLst>
              <a:ext uri="{FF2B5EF4-FFF2-40B4-BE49-F238E27FC236}">
                <a16:creationId xmlns:a16="http://schemas.microsoft.com/office/drawing/2014/main" id="{1168100A-F88B-DC63-2FB6-57B5E4299A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3" name="Titel 32">
            <a:extLst>
              <a:ext uri="{FF2B5EF4-FFF2-40B4-BE49-F238E27FC236}">
                <a16:creationId xmlns:a16="http://schemas.microsoft.com/office/drawing/2014/main" id="{B530E206-67E3-3CF0-E4EC-0FE28C65B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5" name="Textplatzhalter 34">
            <a:extLst>
              <a:ext uri="{FF2B5EF4-FFF2-40B4-BE49-F238E27FC236}">
                <a16:creationId xmlns:a16="http://schemas.microsoft.com/office/drawing/2014/main" id="{6FF137E5-A841-0E7F-361E-DD0F61829BC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AA3D2D9-6942-89C6-AAC8-B667A5859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88259" cy="6466114"/>
          </a:xfrm>
          <a:prstGeom prst="rect">
            <a:avLst/>
          </a:prstGeom>
        </p:spPr>
      </p:pic>
      <p:sp>
        <p:nvSpPr>
          <p:cNvPr id="36" name="Chinese subheading"/>
          <p:cNvSpPr txBox="1"/>
          <p:nvPr/>
        </p:nvSpPr>
        <p:spPr>
          <a:xfrm>
            <a:off x="520700" y="685800"/>
            <a:ext cx="50800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0" lang="zh-CN">
                <a:solidFill>
                  <a:schemeClr val="accent3"/>
                </a:solidFill>
                <a:latin typeface="Microsoft YaHei"/>
                <a:ea typeface="Microsoft YaHei"/>
              </a:rPr>
              <a:t>战略目标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29C2250-ACE5-8B87-8403-07777DFF5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October 2026</a:t>
            </a:r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5193068-411F-23E7-709B-9387465B5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Faculty of Engineering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4CC7C7B-470B-1F18-9CB2-BC02E0BAE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4</a:t>
            </a:fld>
            <a:endParaRPr lang="de-DE"/>
          </a:p>
        </p:txBody>
      </p:sp>
      <p:sp>
        <p:nvSpPr>
          <p:cNvPr id="34" name="Textplatzhalter 33">
            <a:extLst>
              <a:ext uri="{FF2B5EF4-FFF2-40B4-BE49-F238E27FC236}">
                <a16:creationId xmlns:a16="http://schemas.microsoft.com/office/drawing/2014/main" id="{1168100A-F88B-DC63-2FB6-57B5E4299A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3" name="Titel 32">
            <a:extLst>
              <a:ext uri="{FF2B5EF4-FFF2-40B4-BE49-F238E27FC236}">
                <a16:creationId xmlns:a16="http://schemas.microsoft.com/office/drawing/2014/main" id="{B530E206-67E3-3CF0-E4EC-0FE28C65B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5" name="Textplatzhalter 34">
            <a:extLst>
              <a:ext uri="{FF2B5EF4-FFF2-40B4-BE49-F238E27FC236}">
                <a16:creationId xmlns:a16="http://schemas.microsoft.com/office/drawing/2014/main" id="{6FF137E5-A841-0E7F-361E-DD0F61829BC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AA3D2D9-6942-89C6-AAC8-B667A5859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88259" cy="6466114"/>
          </a:xfrm>
          <a:prstGeom prst="rect">
            <a:avLst/>
          </a:prstGeom>
        </p:spPr>
      </p:pic>
      <p:sp>
        <p:nvSpPr>
          <p:cNvPr id="36" name="Chinese subheading"/>
          <p:cNvSpPr txBox="1"/>
          <p:nvPr/>
        </p:nvSpPr>
        <p:spPr>
          <a:xfrm>
            <a:off x="2413000" y="812800"/>
            <a:ext cx="55880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 b="0" lang="zh-CN">
                <a:solidFill>
                  <a:schemeClr val="accent3"/>
                </a:solidFill>
                <a:latin typeface="Microsoft YaHei"/>
                <a:ea typeface="Microsoft YaHei"/>
              </a:rPr>
              <a:t>合作研究中心：以多模态人工智能变革医疗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FAU - Technische Fakultät">
  <a:themeElements>
    <a:clrScheme name="FAU - Grau">
      <a:dk1>
        <a:sysClr val="windowText" lastClr="000000"/>
      </a:dk1>
      <a:lt1>
        <a:srgbClr val="FFFFFF"/>
      </a:lt1>
      <a:dk2>
        <a:srgbClr val="8C9FB1"/>
      </a:dk2>
      <a:lt2>
        <a:srgbClr val="FFFFFF"/>
      </a:lt2>
      <a:accent1>
        <a:srgbClr val="7F7F7F"/>
      </a:accent1>
      <a:accent2>
        <a:srgbClr val="204251"/>
      </a:accent2>
      <a:accent3>
        <a:srgbClr val="2F586E"/>
      </a:accent3>
      <a:accent4>
        <a:srgbClr val="8C9FB1"/>
      </a:accent4>
      <a:accent5>
        <a:srgbClr val="C2D0DC"/>
      </a:accent5>
      <a:accent6>
        <a:srgbClr val="C7C7C7"/>
      </a:accent6>
      <a:hlink>
        <a:srgbClr val="2F586E"/>
      </a:hlink>
      <a:folHlink>
        <a:srgbClr val="000000"/>
      </a:folHlink>
    </a:clrScheme>
    <a:fontScheme name="FA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180000" tIns="180000" rIns="180000" bIns="180000" rtlCol="0" anchor="ctr"/>
      <a:lstStyle>
        <a:defPPr marL="0" marR="0" indent="0" algn="ctr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0" marR="0" indent="0" algn="l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C64748B88E4F4A81E78C320064AA18" ma:contentTypeVersion="13" ma:contentTypeDescription="Ein neues Dokument erstellen." ma:contentTypeScope="" ma:versionID="7d7fe78eff81fbacf66dc0ff6aeec5a3">
  <xsd:schema xmlns:xsd="http://www.w3.org/2001/XMLSchema" xmlns:xs="http://www.w3.org/2001/XMLSchema" xmlns:p="http://schemas.microsoft.com/office/2006/metadata/properties" xmlns:ns2="e1a9e197-d112-4abb-aa0c-4ed035d690a3" xmlns:ns3="5d4c14f1-5e26-4315-944b-e10ebb29e5be" targetNamespace="http://schemas.microsoft.com/office/2006/metadata/properties" ma:root="true" ma:fieldsID="798e591f6d3205a21a5c8f3fdff7cfef" ns2:_="" ns3:_="">
    <xsd:import namespace="e1a9e197-d112-4abb-aa0c-4ed035d690a3"/>
    <xsd:import namespace="5d4c14f1-5e26-4315-944b-e10ebb29e5b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a9e197-d112-4abb-aa0c-4ed035d690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4c14f1-5e26-4315-944b-e10ebb29e5b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457329C-FB5F-4A4D-B331-82D30E9A743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DFBE955-EBBF-441B-94AE-DC551CE16727}">
  <ds:schemaRefs>
    <ds:schemaRef ds:uri="5d4c14f1-5e26-4315-944b-e10ebb29e5be"/>
    <ds:schemaRef ds:uri="e1a9e197-d112-4abb-aa0c-4ed035d690a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C1A7FE3-81F7-4596-A188-3EE8D4188E1F}">
  <ds:schemaRefs>
    <ds:schemaRef ds:uri="484bbf3a-33cc-4cbe-8ce2-0ccc6fd65326"/>
    <ds:schemaRef ds:uri="fb85ab14-7e8c-4c52-9b70-946b4c29b10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790</TotalTime>
  <Words>344</Words>
  <Application>Microsoft Macintosh PowerPoint</Application>
  <PresentationFormat>Widescreen</PresentationFormat>
  <Paragraphs>87</Paragraphs>
  <Slides>21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Lucida Grande</vt:lpstr>
      <vt:lpstr>Symbol</vt:lpstr>
      <vt:lpstr>FAU - Technische Fakultät</vt:lpstr>
      <vt:lpstr>think-cell Folie</vt:lpstr>
      <vt:lpstr>Pattern Recognition Lab – A short introduction</vt:lpstr>
      <vt:lpstr>PowerPoint Presentation</vt:lpstr>
      <vt:lpstr>PowerPoint Presentation</vt:lpstr>
      <vt:lpstr>PowerPoint Presentation</vt:lpstr>
      <vt:lpstr>Pattern Recognition Lab</vt:lpstr>
      <vt:lpstr>Know the Past to Understand the Future</vt:lpstr>
      <vt:lpstr>Our Team Today</vt:lpstr>
      <vt:lpstr>Research Areas</vt:lpstr>
      <vt:lpstr>PowerPoint Presentation</vt:lpstr>
      <vt:lpstr>Motion Compensation</vt:lpstr>
      <vt:lpstr>Multi-Organ Segmentation </vt:lpstr>
      <vt:lpstr>50 Years in a Nutshell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NHR @ FAU – Equipment Snapshot</vt:lpstr>
      <vt:lpstr>PowerPoint Presentation</vt:lpstr>
      <vt:lpstr>Cooperations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Willkommen</dc:title>
  <dc:creator>Julia Gutschmidt</dc:creator>
  <cp:lastModifiedBy>Maier, Andreas</cp:lastModifiedBy>
  <cp:revision>50</cp:revision>
  <dcterms:created xsi:type="dcterms:W3CDTF">2021-11-18T07:49:57Z</dcterms:created>
  <dcterms:modified xsi:type="dcterms:W3CDTF">2026-10-15T09:13:44Z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0x010100B7C64748B88E4F4A81E78C320064AA18</vt:lpwstr>
  </property>
  <property fmtid="{D5CDD505-2E9C-101B-9397-08002B2CF9AE}" pid="3" name="MSIP_Label_ff6dbec8-95a8-4638-9f5f-bd076536645c_Enabled">
    <vt:lpwstr>true</vt:lpwstr>
  </property>
  <property fmtid="{D5CDD505-2E9C-101B-9397-08002B2CF9AE}" pid="4" name="MSIP_Label_ff6dbec8-95a8-4638-9f5f-bd076536645c_SetDate">
    <vt:lpwstr>2022-05-02T13:30:14Z</vt:lpwstr>
  </property>
  <property fmtid="{D5CDD505-2E9C-101B-9397-08002B2CF9AE}" pid="5" name="MSIP_Label_ff6dbec8-95a8-4638-9f5f-bd076536645c_Method">
    <vt:lpwstr>Standard</vt:lpwstr>
  </property>
  <property fmtid="{D5CDD505-2E9C-101B-9397-08002B2CF9AE}" pid="6" name="MSIP_Label_ff6dbec8-95a8-4638-9f5f-bd076536645c_Name">
    <vt:lpwstr>Restricted - Default</vt:lpwstr>
  </property>
  <property fmtid="{D5CDD505-2E9C-101B-9397-08002B2CF9AE}" pid="7" name="MSIP_Label_ff6dbec8-95a8-4638-9f5f-bd076536645c_SiteId">
    <vt:lpwstr>5dbf1add-202a-4b8d-815b-bf0fb024e033</vt:lpwstr>
  </property>
  <property fmtid="{D5CDD505-2E9C-101B-9397-08002B2CF9AE}" pid="8" name="MSIP_Label_ff6dbec8-95a8-4638-9f5f-bd076536645c_ActionId">
    <vt:lpwstr>f012a9fa-2135-4156-be2b-e81db9607560</vt:lpwstr>
  </property>
  <property fmtid="{D5CDD505-2E9C-101B-9397-08002B2CF9AE}" pid="9" name="MSIP_Label_ff6dbec8-95a8-4638-9f5f-bd076536645c_ContentBits">
    <vt:lpwstr>0</vt:lpwstr>
  </property>
</Properties>
</file>