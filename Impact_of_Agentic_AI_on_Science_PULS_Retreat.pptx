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gi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gi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gif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gif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g_08_02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002" y="1556060"/>
            <a:ext cx="4923072" cy="491851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g_08_03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002" y="1556060"/>
            <a:ext cx="4923072" cy="491851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mg_08_04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9002" y="1555581"/>
            <a:ext cx="4923072" cy="491900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vcs_si_compare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253" y="1723644"/>
            <a:ext cx="998375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