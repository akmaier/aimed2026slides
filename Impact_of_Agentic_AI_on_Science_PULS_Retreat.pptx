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gi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gi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g_08_0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02" y="1556060"/>
            <a:ext cx="4923072" cy="49185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g_08_03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02" y="1556060"/>
            <a:ext cx="4923072" cy="491851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g_08_0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02" y="1555581"/>
            <a:ext cx="4923072" cy="49190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