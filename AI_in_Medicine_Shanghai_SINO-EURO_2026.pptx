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gif"/><Relationship Id="rId4" Type="http://schemas.openxmlformats.org/officeDocument/2006/relationships/image" Target="../media/image10.gif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Relationship Id="rId3" Type="http://schemas.openxmlformats.org/officeDocument/2006/relationships/image" Target="../media/image33.gif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Relationship Id="rId3" Type="http://schemas.openxmlformats.org/officeDocument/2006/relationships/image" Target="../media/image35.gif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Relationship Id="rId3" Type="http://schemas.openxmlformats.org/officeDocument/2006/relationships/image" Target="../media/image37.gif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4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5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6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7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8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9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0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3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4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5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6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7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8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9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motion_ecg_gated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23925" y="1836000"/>
            <a:ext cx="3887864" cy="3888000"/>
          </a:xfrm>
          <a:prstGeom prst="rect">
            <a:avLst/>
          </a:prstGeom>
        </p:spPr>
      </p:pic>
      <p:pic>
        <p:nvPicPr>
          <p:cNvPr id="4" name="Picture 3" descr="motion_compensated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80984" y="1836000"/>
            <a:ext cx="3887864" cy="388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g_08_02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002" y="1560632"/>
            <a:ext cx="4923072" cy="4918517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g_08_03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002" y="1560632"/>
            <a:ext cx="4923072" cy="4918517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Picture 2" descr="img_08_04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29002" y="1560153"/>
            <a:ext cx="4923072" cy="4919003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3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-5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