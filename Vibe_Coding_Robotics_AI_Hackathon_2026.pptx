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56060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56060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55581"/>
            <a:ext cx="4923072" cy="491900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